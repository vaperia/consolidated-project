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6"/>
  </p:notesMasterIdLst>
  <p:sldIdLst>
    <p:sldId id="256" r:id="rId2"/>
    <p:sldId id="258" r:id="rId3"/>
    <p:sldId id="261" r:id="rId4"/>
    <p:sldId id="262" r:id="rId5"/>
    <p:sldId id="299" r:id="rId6"/>
    <p:sldId id="298" r:id="rId7"/>
    <p:sldId id="305" r:id="rId8"/>
    <p:sldId id="297" r:id="rId9"/>
    <p:sldId id="307" r:id="rId10"/>
    <p:sldId id="310" r:id="rId11"/>
    <p:sldId id="296" r:id="rId12"/>
    <p:sldId id="309" r:id="rId13"/>
    <p:sldId id="308" r:id="rId14"/>
    <p:sldId id="304" r:id="rId15"/>
  </p:sldIdLst>
  <p:sldSz cx="9144000" cy="5143500" type="screen16x9"/>
  <p:notesSz cx="6858000" cy="9144000"/>
  <p:embeddedFontLst>
    <p:embeddedFont>
      <p:font typeface="Arial Unicode MS" panose="020B0604020202020204" pitchFamily="34" charset="-128"/>
      <p:regular r:id="rId17"/>
    </p:embeddedFont>
    <p:embeddedFont>
      <p:font typeface="Barlow" panose="00000500000000000000" pitchFamily="2" charset="0"/>
      <p:regular r:id="rId18"/>
      <p:bold r:id="rId19"/>
      <p:italic r:id="rId20"/>
      <p:boldItalic r:id="rId21"/>
    </p:embeddedFont>
    <p:embeddedFont>
      <p:font typeface="Consolas" panose="020B0609020204030204" pitchFamily="49" charset="0"/>
      <p:regular r:id="rId22"/>
      <p:bold r:id="rId23"/>
      <p:italic r:id="rId24"/>
      <p:boldItalic r:id="rId25"/>
    </p:embeddedFont>
    <p:embeddedFont>
      <p:font typeface="Figtree" panose="020B0604020202020204" charset="0"/>
      <p:regular r:id="rId26"/>
      <p:bold r:id="rId27"/>
      <p:italic r:id="rId28"/>
      <p:boldItalic r:id="rId29"/>
    </p:embeddedFont>
    <p:embeddedFont>
      <p:font typeface="Figtree SemiBold" panose="020B060402020202020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456000-7D4B-DC1C-FF9E-2CA17CE3D62E}" v="35" dt="2025-11-30T06:18:33.802"/>
    <p1510:client id="{1D7E7F03-E86B-4D31-8FE6-EF0A2D802A41}" v="165" dt="2025-11-30T07:13:17.439"/>
    <p1510:client id="{2AEDC4EB-E329-45D5-FA32-715DAE80A110}" v="683" dt="2025-11-29T15:26:28.802"/>
    <p1510:client id="{2D61CE58-535E-2C61-701B-762F2F964E30}" v="437" dt="2025-11-29T14:25:06.983"/>
    <p1510:client id="{301EAFD6-C95C-5323-1AAE-25C3FDB3FBE5}" v="262" dt="2025-11-29T15:33:05.174"/>
    <p1510:client id="{35A82C6C-FB3B-4E3A-0FAF-D41C59D8E73A}" v="16" dt="2025-11-29T15:32:07.508"/>
    <p1510:client id="{35DCDFA2-125E-4670-903D-20168FA9B34A}" v="351" dt="2025-11-30T06:49:25.741"/>
    <p1510:client id="{8577DA1A-A1AA-AA69-72B2-141115DB60AF}" v="90" dt="2025-11-29T15:08:50.850"/>
    <p1510:client id="{B1873B32-D031-4CC3-A6ED-C56E1E93F8DF}" v="129" dt="2025-11-30T12:41:51.007"/>
    <p1510:client id="{CA11185C-533E-A30A-78E0-6C5A6B5F3C18}" v="3" dt="2025-11-29T14:51:14.398"/>
    <p1510:client id="{DF9E65E1-A62F-972A-D887-63DF842C3FFF}" v="56" dt="2025-11-30T09:16:00.270"/>
    <p1510:client id="{E8E48E4C-CA2E-4DB5-81E4-95C1C76A66F0}" v="411" dt="2025-11-29T16:45:18.572"/>
    <p1510:client id="{F743241A-D8FC-1938-AA6B-D28BEC84F01F}" v="52" dt="2025-11-29T15:25:15.612"/>
  </p1510:revLst>
</p1510:revInfo>
</file>

<file path=ppt/tableStyles.xml><?xml version="1.0" encoding="utf-8"?>
<a:tblStyleLst xmlns:a="http://schemas.openxmlformats.org/drawingml/2006/main" def="{BA9FEE42-FC9D-4072-920B-45B21596E7D0}">
  <a:tblStyle styleId="{BA9FEE42-FC9D-4072-920B-45B21596E7D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A5000AE-39BA-4041-A6BF-082A584A5DD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9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21" Type="http://schemas.openxmlformats.org/officeDocument/2006/relationships/font" Target="fonts/font5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ed3401ed3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  <p:sp>
        <p:nvSpPr>
          <p:cNvPr id="514" name="Google Shape;514;ged3401ed3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e1d838b62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  <p:sp>
        <p:nvSpPr>
          <p:cNvPr id="587" name="Google Shape;587;ge1d838b62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e1d838b627_4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  <p:sp>
        <p:nvSpPr>
          <p:cNvPr id="660" name="Google Shape;660;ge1d838b627_4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e1d838b627_4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  <p:sp>
        <p:nvSpPr>
          <p:cNvPr id="676" name="Google Shape;676;ge1d838b627_4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>
          <a:extLst>
            <a:ext uri="{FF2B5EF4-FFF2-40B4-BE49-F238E27FC236}">
              <a16:creationId xmlns:a16="http://schemas.microsoft.com/office/drawing/2014/main" id="{E3CDE9F8-2126-5CDD-C4FB-A35DC9595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e1d838b627_4_38:notes">
            <a:extLst>
              <a:ext uri="{FF2B5EF4-FFF2-40B4-BE49-F238E27FC236}">
                <a16:creationId xmlns:a16="http://schemas.microsoft.com/office/drawing/2014/main" id="{FB6546E4-49DD-B57C-53BC-640ECB9A41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  <p:sp>
        <p:nvSpPr>
          <p:cNvPr id="676" name="Google Shape;676;ge1d838b627_4_38:notes">
            <a:extLst>
              <a:ext uri="{FF2B5EF4-FFF2-40B4-BE49-F238E27FC236}">
                <a16:creationId xmlns:a16="http://schemas.microsoft.com/office/drawing/2014/main" id="{560ED546-A935-2825-BF48-840F679B92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03921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>
          <a:extLst>
            <a:ext uri="{FF2B5EF4-FFF2-40B4-BE49-F238E27FC236}">
              <a16:creationId xmlns:a16="http://schemas.microsoft.com/office/drawing/2014/main" id="{B62BE009-DDF0-AAC5-FB0A-CDBE76212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e1d838b627_4_168:notes">
            <a:extLst>
              <a:ext uri="{FF2B5EF4-FFF2-40B4-BE49-F238E27FC236}">
                <a16:creationId xmlns:a16="http://schemas.microsoft.com/office/drawing/2014/main" id="{4EC8EFB0-3EB9-1693-DCF3-629A030D9E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  <p:sp>
        <p:nvSpPr>
          <p:cNvPr id="685" name="Google Shape;685;ge1d838b627_4_168:notes">
            <a:extLst>
              <a:ext uri="{FF2B5EF4-FFF2-40B4-BE49-F238E27FC236}">
                <a16:creationId xmlns:a16="http://schemas.microsoft.com/office/drawing/2014/main" id="{7413D8FE-ECB4-6D89-70E4-80F90B40F7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8727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5">
          <a:extLst>
            <a:ext uri="{FF2B5EF4-FFF2-40B4-BE49-F238E27FC236}">
              <a16:creationId xmlns:a16="http://schemas.microsoft.com/office/drawing/2014/main" id="{67FE6393-982B-7DDD-EFB6-59975A3FF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e20d9cf87a_0_4:notes">
            <a:extLst>
              <a:ext uri="{FF2B5EF4-FFF2-40B4-BE49-F238E27FC236}">
                <a16:creationId xmlns:a16="http://schemas.microsoft.com/office/drawing/2014/main" id="{FE56AC22-1B5B-AD2B-B1AF-D237C0E5DB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  <p:sp>
        <p:nvSpPr>
          <p:cNvPr id="987" name="Google Shape;987;ge20d9cf87a_0_4:notes">
            <a:extLst>
              <a:ext uri="{FF2B5EF4-FFF2-40B4-BE49-F238E27FC236}">
                <a16:creationId xmlns:a16="http://schemas.microsoft.com/office/drawing/2014/main" id="{049C2AA2-9925-65FB-C475-821A26B47B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01072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0">
          <a:extLst>
            <a:ext uri="{FF2B5EF4-FFF2-40B4-BE49-F238E27FC236}">
              <a16:creationId xmlns:a16="http://schemas.microsoft.com/office/drawing/2014/main" id="{C5A13F63-4B52-F21B-CB81-9C6E3CF74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e1d838b627_4_100:notes">
            <a:extLst>
              <a:ext uri="{FF2B5EF4-FFF2-40B4-BE49-F238E27FC236}">
                <a16:creationId xmlns:a16="http://schemas.microsoft.com/office/drawing/2014/main" id="{D014BA9A-D7A2-71B9-0FC5-24C9F3CE15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  <p:sp>
        <p:nvSpPr>
          <p:cNvPr id="1112" name="Google Shape;1112;ge1d838b627_4_100:notes">
            <a:extLst>
              <a:ext uri="{FF2B5EF4-FFF2-40B4-BE49-F238E27FC236}">
                <a16:creationId xmlns:a16="http://schemas.microsoft.com/office/drawing/2014/main" id="{489A92C9-B860-24A9-FF25-8CEA737FCD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45110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>
          <a:extLst>
            <a:ext uri="{FF2B5EF4-FFF2-40B4-BE49-F238E27FC236}">
              <a16:creationId xmlns:a16="http://schemas.microsoft.com/office/drawing/2014/main" id="{8603C913-4855-D097-E18F-1EDE721C8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e1d838b627_4_38:notes">
            <a:extLst>
              <a:ext uri="{FF2B5EF4-FFF2-40B4-BE49-F238E27FC236}">
                <a16:creationId xmlns:a16="http://schemas.microsoft.com/office/drawing/2014/main" id="{FB89B6C7-424E-AF7E-2C5F-7C1D2368F3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  <p:sp>
        <p:nvSpPr>
          <p:cNvPr id="676" name="Google Shape;676;ge1d838b627_4_38:notes">
            <a:extLst>
              <a:ext uri="{FF2B5EF4-FFF2-40B4-BE49-F238E27FC236}">
                <a16:creationId xmlns:a16="http://schemas.microsoft.com/office/drawing/2014/main" id="{03A29372-0A26-7ECB-3D07-55E6F62224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27957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>
          <a:extLst>
            <a:ext uri="{FF2B5EF4-FFF2-40B4-BE49-F238E27FC236}">
              <a16:creationId xmlns:a16="http://schemas.microsoft.com/office/drawing/2014/main" id="{1876672F-6CC5-EBAE-511E-3A1F73B59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e1d838b627_4_168:notes">
            <a:extLst>
              <a:ext uri="{FF2B5EF4-FFF2-40B4-BE49-F238E27FC236}">
                <a16:creationId xmlns:a16="http://schemas.microsoft.com/office/drawing/2014/main" id="{02F40098-7562-3FDA-F4EE-B8CE0C0602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  <p:sp>
        <p:nvSpPr>
          <p:cNvPr id="685" name="Google Shape;685;ge1d838b627_4_168:notes">
            <a:extLst>
              <a:ext uri="{FF2B5EF4-FFF2-40B4-BE49-F238E27FC236}">
                <a16:creationId xmlns:a16="http://schemas.microsoft.com/office/drawing/2014/main" id="{412EC0E9-AA6E-EB68-E9A0-908711E5F6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33109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>
          <a:extLst>
            <a:ext uri="{FF2B5EF4-FFF2-40B4-BE49-F238E27FC236}">
              <a16:creationId xmlns:a16="http://schemas.microsoft.com/office/drawing/2014/main" id="{E541E9E4-0A62-0D21-30D3-9C0E40A9B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e1d838b627_4_168:notes">
            <a:extLst>
              <a:ext uri="{FF2B5EF4-FFF2-40B4-BE49-F238E27FC236}">
                <a16:creationId xmlns:a16="http://schemas.microsoft.com/office/drawing/2014/main" id="{18C6A27D-C008-D3FF-C043-13C784E12A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  <p:sp>
        <p:nvSpPr>
          <p:cNvPr id="685" name="Google Shape;685;ge1d838b627_4_168:notes">
            <a:extLst>
              <a:ext uri="{FF2B5EF4-FFF2-40B4-BE49-F238E27FC236}">
                <a16:creationId xmlns:a16="http://schemas.microsoft.com/office/drawing/2014/main" id="{126FEB70-0B18-5EE6-33AF-36E87503AD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22540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>
          <a:extLst>
            <a:ext uri="{FF2B5EF4-FFF2-40B4-BE49-F238E27FC236}">
              <a16:creationId xmlns:a16="http://schemas.microsoft.com/office/drawing/2014/main" id="{9C77E2C2-9370-2B41-42F7-887F50E29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e1d838b627_4_168:notes">
            <a:extLst>
              <a:ext uri="{FF2B5EF4-FFF2-40B4-BE49-F238E27FC236}">
                <a16:creationId xmlns:a16="http://schemas.microsoft.com/office/drawing/2014/main" id="{429CAE01-9243-B9CA-71C0-D3A75BE7FF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  <p:sp>
        <p:nvSpPr>
          <p:cNvPr id="685" name="Google Shape;685;ge1d838b627_4_168:notes">
            <a:extLst>
              <a:ext uri="{FF2B5EF4-FFF2-40B4-BE49-F238E27FC236}">
                <a16:creationId xmlns:a16="http://schemas.microsoft.com/office/drawing/2014/main" id="{59D1CE78-DA3E-6BA1-F83D-3B5451B59B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5204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24175" y="895100"/>
            <a:ext cx="4806600" cy="24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24175" y="3601300"/>
            <a:ext cx="2770800" cy="718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400771" y="-39822"/>
            <a:ext cx="10182198" cy="5636372"/>
            <a:chOff x="-400771" y="-39822"/>
            <a:chExt cx="10182198" cy="5636372"/>
          </a:xfrm>
        </p:grpSpPr>
        <p:sp>
          <p:nvSpPr>
            <p:cNvPr id="12" name="Google Shape;12;p2"/>
            <p:cNvSpPr/>
            <p:nvPr/>
          </p:nvSpPr>
          <p:spPr>
            <a:xfrm>
              <a:off x="7498676" y="3198512"/>
              <a:ext cx="2282751" cy="2398037"/>
            </a:xfrm>
            <a:custGeom>
              <a:avLst/>
              <a:gdLst/>
              <a:ahLst/>
              <a:cxnLst/>
              <a:rect l="l" t="t" r="r" b="b"/>
              <a:pathLst>
                <a:path w="269113" h="282704" extrusionOk="0">
                  <a:moveTo>
                    <a:pt x="0" y="247780"/>
                  </a:moveTo>
                  <a:cubicBezTo>
                    <a:pt x="4572" y="232413"/>
                    <a:pt x="18923" y="221745"/>
                    <a:pt x="34036" y="216474"/>
                  </a:cubicBezTo>
                  <a:cubicBezTo>
                    <a:pt x="49149" y="211204"/>
                    <a:pt x="65405" y="210251"/>
                    <a:pt x="81217" y="207584"/>
                  </a:cubicBezTo>
                  <a:cubicBezTo>
                    <a:pt x="110998" y="202631"/>
                    <a:pt x="140081" y="191392"/>
                    <a:pt x="163513" y="172405"/>
                  </a:cubicBezTo>
                  <a:cubicBezTo>
                    <a:pt x="186944" y="153419"/>
                    <a:pt x="204470" y="126368"/>
                    <a:pt x="209042" y="96523"/>
                  </a:cubicBezTo>
                  <a:cubicBezTo>
                    <a:pt x="213614" y="66677"/>
                    <a:pt x="204343" y="34420"/>
                    <a:pt x="182563" y="13592"/>
                  </a:cubicBezTo>
                  <a:cubicBezTo>
                    <a:pt x="172085" y="3622"/>
                    <a:pt x="156528" y="-3807"/>
                    <a:pt x="143383" y="2098"/>
                  </a:cubicBezTo>
                  <a:cubicBezTo>
                    <a:pt x="130239" y="8004"/>
                    <a:pt x="125413" y="24260"/>
                    <a:pt x="124651" y="38610"/>
                  </a:cubicBezTo>
                  <a:cubicBezTo>
                    <a:pt x="122365" y="80394"/>
                    <a:pt x="142177" y="122812"/>
                    <a:pt x="175768" y="147831"/>
                  </a:cubicBezTo>
                  <a:cubicBezTo>
                    <a:pt x="190246" y="158626"/>
                    <a:pt x="207010" y="166309"/>
                    <a:pt x="220599" y="178184"/>
                  </a:cubicBezTo>
                  <a:cubicBezTo>
                    <a:pt x="250063" y="203901"/>
                    <a:pt x="260350" y="244605"/>
                    <a:pt x="269113" y="282705"/>
                  </a:cubicBezTo>
                </a:path>
              </a:pathLst>
            </a:custGeom>
            <a:noFill/>
            <a:ln w="12700" cap="rnd" cmpd="sng">
              <a:solidFill>
                <a:schemeClr val="accent5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" name="Google Shape;13;p2"/>
            <p:cNvGrpSpPr/>
            <p:nvPr/>
          </p:nvGrpSpPr>
          <p:grpSpPr>
            <a:xfrm>
              <a:off x="-400771" y="-39822"/>
              <a:ext cx="9684100" cy="5028346"/>
              <a:chOff x="-400771" y="-39822"/>
              <a:chExt cx="9684100" cy="5028346"/>
            </a:xfrm>
          </p:grpSpPr>
          <p:grpSp>
            <p:nvGrpSpPr>
              <p:cNvPr id="14" name="Google Shape;14;p2"/>
              <p:cNvGrpSpPr/>
              <p:nvPr/>
            </p:nvGrpSpPr>
            <p:grpSpPr>
              <a:xfrm>
                <a:off x="6086042" y="-39822"/>
                <a:ext cx="1380465" cy="390131"/>
                <a:chOff x="8640762" y="5785103"/>
                <a:chExt cx="730250" cy="206375"/>
              </a:xfrm>
            </p:grpSpPr>
            <p:sp>
              <p:nvSpPr>
                <p:cNvPr id="15" name="Google Shape;15;p2"/>
                <p:cNvSpPr/>
                <p:nvPr/>
              </p:nvSpPr>
              <p:spPr>
                <a:xfrm>
                  <a:off x="8799512" y="5785103"/>
                  <a:ext cx="412750" cy="20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0" h="206375" extrusionOk="0">
                      <a:moveTo>
                        <a:pt x="0" y="206375"/>
                      </a:moveTo>
                      <a:cubicBezTo>
                        <a:pt x="0" y="92393"/>
                        <a:pt x="92393" y="0"/>
                        <a:pt x="206375" y="0"/>
                      </a:cubicBezTo>
                      <a:cubicBezTo>
                        <a:pt x="320357" y="0"/>
                        <a:pt x="412750" y="92393"/>
                        <a:pt x="412750" y="206375"/>
                      </a:cubicBezTo>
                      <a:lnTo>
                        <a:pt x="0" y="20637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" name="Google Shape;16;p2"/>
                <p:cNvSpPr/>
                <p:nvPr/>
              </p:nvSpPr>
              <p:spPr>
                <a:xfrm>
                  <a:off x="8640762" y="5880353"/>
                  <a:ext cx="22225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111125" extrusionOk="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466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" name="Google Shape;17;p2"/>
                <p:cNvSpPr/>
                <p:nvPr/>
              </p:nvSpPr>
              <p:spPr>
                <a:xfrm>
                  <a:off x="9148762" y="5880353"/>
                  <a:ext cx="22225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111125" extrusionOk="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466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8" name="Google Shape;18;p2"/>
              <p:cNvGrpSpPr/>
              <p:nvPr/>
            </p:nvGrpSpPr>
            <p:grpSpPr>
              <a:xfrm>
                <a:off x="-400771" y="490710"/>
                <a:ext cx="1059885" cy="299533"/>
                <a:chOff x="10448480" y="3783774"/>
                <a:chExt cx="730250" cy="206375"/>
              </a:xfrm>
            </p:grpSpPr>
            <p:sp>
              <p:nvSpPr>
                <p:cNvPr id="19" name="Google Shape;19;p2"/>
                <p:cNvSpPr/>
                <p:nvPr/>
              </p:nvSpPr>
              <p:spPr>
                <a:xfrm>
                  <a:off x="10607230" y="3783774"/>
                  <a:ext cx="412750" cy="20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0" h="206375" extrusionOk="0">
                      <a:moveTo>
                        <a:pt x="0" y="206375"/>
                      </a:moveTo>
                      <a:cubicBezTo>
                        <a:pt x="0" y="92392"/>
                        <a:pt x="92392" y="0"/>
                        <a:pt x="206375" y="0"/>
                      </a:cubicBezTo>
                      <a:cubicBezTo>
                        <a:pt x="320357" y="0"/>
                        <a:pt x="412750" y="92392"/>
                        <a:pt x="412750" y="206375"/>
                      </a:cubicBezTo>
                      <a:lnTo>
                        <a:pt x="0" y="20637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" name="Google Shape;20;p2"/>
                <p:cNvSpPr/>
                <p:nvPr/>
              </p:nvSpPr>
              <p:spPr>
                <a:xfrm>
                  <a:off x="10448480" y="3879024"/>
                  <a:ext cx="22225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111125" extrusionOk="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529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10956480" y="3879024"/>
                  <a:ext cx="22225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111125" extrusionOk="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529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2" name="Google Shape;22;p2"/>
              <p:cNvGrpSpPr/>
              <p:nvPr/>
            </p:nvGrpSpPr>
            <p:grpSpPr>
              <a:xfrm>
                <a:off x="1351605" y="206942"/>
                <a:ext cx="571500" cy="206375"/>
                <a:chOff x="10607230" y="6115367"/>
                <a:chExt cx="571500" cy="206375"/>
              </a:xfrm>
            </p:grpSpPr>
            <p:sp>
              <p:nvSpPr>
                <p:cNvPr id="23" name="Google Shape;23;p2"/>
                <p:cNvSpPr/>
                <p:nvPr/>
              </p:nvSpPr>
              <p:spPr>
                <a:xfrm>
                  <a:off x="10607230" y="6115367"/>
                  <a:ext cx="412750" cy="20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0" h="206375" extrusionOk="0">
                      <a:moveTo>
                        <a:pt x="0" y="206375"/>
                      </a:moveTo>
                      <a:cubicBezTo>
                        <a:pt x="0" y="92392"/>
                        <a:pt x="92392" y="0"/>
                        <a:pt x="206375" y="0"/>
                      </a:cubicBezTo>
                      <a:cubicBezTo>
                        <a:pt x="320357" y="0"/>
                        <a:pt x="412750" y="92392"/>
                        <a:pt x="412750" y="206375"/>
                      </a:cubicBezTo>
                      <a:lnTo>
                        <a:pt x="0" y="20637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" name="Google Shape;24;p2"/>
                <p:cNvSpPr/>
                <p:nvPr/>
              </p:nvSpPr>
              <p:spPr>
                <a:xfrm>
                  <a:off x="10956480" y="6210617"/>
                  <a:ext cx="22225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111125" extrusionOk="0">
                      <a:moveTo>
                        <a:pt x="0" y="111125"/>
                      </a:moveTo>
                      <a:cubicBezTo>
                        <a:pt x="0" y="49721"/>
                        <a:pt x="49784" y="0"/>
                        <a:pt x="111125" y="0"/>
                      </a:cubicBezTo>
                      <a:cubicBezTo>
                        <a:pt x="172529" y="0"/>
                        <a:pt x="222250" y="49721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" name="Google Shape;25;p2"/>
              <p:cNvGrpSpPr/>
              <p:nvPr/>
            </p:nvGrpSpPr>
            <p:grpSpPr>
              <a:xfrm>
                <a:off x="3167562" y="4715474"/>
                <a:ext cx="603250" cy="273050"/>
                <a:chOff x="8640762" y="3990149"/>
                <a:chExt cx="603250" cy="273050"/>
              </a:xfrm>
            </p:grpSpPr>
            <p:sp>
              <p:nvSpPr>
                <p:cNvPr id="26" name="Google Shape;26;p2"/>
                <p:cNvSpPr/>
                <p:nvPr/>
              </p:nvSpPr>
              <p:spPr>
                <a:xfrm>
                  <a:off x="8640762" y="4152074"/>
                  <a:ext cx="22225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111125" extrusionOk="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466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8863012" y="3990149"/>
                  <a:ext cx="38100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19050" extrusionOk="0">
                      <a:moveTo>
                        <a:pt x="0" y="0"/>
                      </a:moveTo>
                      <a:lnTo>
                        <a:pt x="381000" y="0"/>
                      </a:lnTo>
                      <a:lnTo>
                        <a:pt x="381000" y="19050"/>
                      </a:ln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8" name="Google Shape;28;p2"/>
              <p:cNvSpPr/>
              <p:nvPr/>
            </p:nvSpPr>
            <p:spPr>
              <a:xfrm>
                <a:off x="8812318" y="921651"/>
                <a:ext cx="471011" cy="47101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" extrusionOk="0">
                    <a:moveTo>
                      <a:pt x="0" y="0"/>
                    </a:moveTo>
                    <a:lnTo>
                      <a:pt x="190500" y="0"/>
                    </a:lnTo>
                    <a:lnTo>
                      <a:pt x="1905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975455" y="258212"/>
                <a:ext cx="1905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" extrusionOk="0">
                    <a:moveTo>
                      <a:pt x="0" y="0"/>
                    </a:moveTo>
                    <a:lnTo>
                      <a:pt x="190500" y="0"/>
                    </a:lnTo>
                    <a:lnTo>
                      <a:pt x="1905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8553571" y="1085849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 extrusionOk="0">
                    <a:moveTo>
                      <a:pt x="0" y="111125"/>
                    </a:moveTo>
                    <a:cubicBezTo>
                      <a:pt x="0" y="49784"/>
                      <a:pt x="49721" y="0"/>
                      <a:pt x="111125" y="0"/>
                    </a:cubicBezTo>
                    <a:cubicBezTo>
                      <a:pt x="172530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>
            <a:spLocks noGrp="1"/>
          </p:cNvSpPr>
          <p:nvPr>
            <p:ph type="subTitle" idx="1"/>
          </p:nvPr>
        </p:nvSpPr>
        <p:spPr>
          <a:xfrm>
            <a:off x="1207225" y="1801825"/>
            <a:ext cx="2974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  <p:sp>
        <p:nvSpPr>
          <p:cNvPr id="72" name="Google Shape;72;p5"/>
          <p:cNvSpPr txBox="1">
            <a:spLocks noGrp="1"/>
          </p:cNvSpPr>
          <p:nvPr>
            <p:ph type="subTitle" idx="2"/>
          </p:nvPr>
        </p:nvSpPr>
        <p:spPr>
          <a:xfrm>
            <a:off x="4962575" y="1801825"/>
            <a:ext cx="2974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  <p:sp>
        <p:nvSpPr>
          <p:cNvPr id="73" name="Google Shape;73;p5"/>
          <p:cNvSpPr txBox="1">
            <a:spLocks noGrp="1"/>
          </p:cNvSpPr>
          <p:nvPr>
            <p:ph type="subTitle" idx="3"/>
          </p:nvPr>
        </p:nvSpPr>
        <p:spPr>
          <a:xfrm>
            <a:off x="1207225" y="2294425"/>
            <a:ext cx="2974200" cy="13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5"/>
          <p:cNvSpPr txBox="1">
            <a:spLocks noGrp="1"/>
          </p:cNvSpPr>
          <p:nvPr>
            <p:ph type="subTitle" idx="4"/>
          </p:nvPr>
        </p:nvSpPr>
        <p:spPr>
          <a:xfrm>
            <a:off x="4962575" y="2294425"/>
            <a:ext cx="2974200" cy="13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6" name="Google Shape;76;p5"/>
          <p:cNvGrpSpPr/>
          <p:nvPr/>
        </p:nvGrpSpPr>
        <p:grpSpPr>
          <a:xfrm>
            <a:off x="-1472691" y="-276764"/>
            <a:ext cx="11297224" cy="5938407"/>
            <a:chOff x="-1472691" y="-276764"/>
            <a:chExt cx="11297224" cy="5938407"/>
          </a:xfrm>
        </p:grpSpPr>
        <p:grpSp>
          <p:nvGrpSpPr>
            <p:cNvPr id="77" name="Google Shape;77;p5"/>
            <p:cNvGrpSpPr/>
            <p:nvPr/>
          </p:nvGrpSpPr>
          <p:grpSpPr>
            <a:xfrm>
              <a:off x="8582159" y="3813385"/>
              <a:ext cx="1242374" cy="351106"/>
              <a:chOff x="8640762" y="5785103"/>
              <a:chExt cx="730250" cy="206375"/>
            </a:xfrm>
          </p:grpSpPr>
          <p:sp>
            <p:nvSpPr>
              <p:cNvPr id="78" name="Google Shape;78;p5"/>
              <p:cNvSpPr/>
              <p:nvPr/>
            </p:nvSpPr>
            <p:spPr>
              <a:xfrm>
                <a:off x="8799512" y="5785103"/>
                <a:ext cx="412750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412750" h="206375" extrusionOk="0">
                    <a:moveTo>
                      <a:pt x="0" y="206375"/>
                    </a:moveTo>
                    <a:cubicBezTo>
                      <a:pt x="0" y="92393"/>
                      <a:pt x="92393" y="0"/>
                      <a:pt x="206375" y="0"/>
                    </a:cubicBezTo>
                    <a:cubicBezTo>
                      <a:pt x="320357" y="0"/>
                      <a:pt x="412750" y="92393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5"/>
              <p:cNvSpPr/>
              <p:nvPr/>
            </p:nvSpPr>
            <p:spPr>
              <a:xfrm>
                <a:off x="8640762" y="5880353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 extrusionOk="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9148762" y="5880353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 extrusionOk="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1" name="Google Shape;81;p5"/>
            <p:cNvGrpSpPr/>
            <p:nvPr/>
          </p:nvGrpSpPr>
          <p:grpSpPr>
            <a:xfrm>
              <a:off x="1175330" y="128174"/>
              <a:ext cx="730250" cy="206375"/>
              <a:chOff x="10448480" y="3783774"/>
              <a:chExt cx="730250" cy="206375"/>
            </a:xfrm>
          </p:grpSpPr>
          <p:sp>
            <p:nvSpPr>
              <p:cNvPr id="82" name="Google Shape;82;p5"/>
              <p:cNvSpPr/>
              <p:nvPr/>
            </p:nvSpPr>
            <p:spPr>
              <a:xfrm>
                <a:off x="10607230" y="3783774"/>
                <a:ext cx="412750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412750" h="206375" extrusionOk="0">
                    <a:moveTo>
                      <a:pt x="0" y="206375"/>
                    </a:moveTo>
                    <a:cubicBezTo>
                      <a:pt x="0" y="92392"/>
                      <a:pt x="92392" y="0"/>
                      <a:pt x="206375" y="0"/>
                    </a:cubicBezTo>
                    <a:cubicBezTo>
                      <a:pt x="320357" y="0"/>
                      <a:pt x="412750" y="92392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5"/>
              <p:cNvSpPr/>
              <p:nvPr/>
            </p:nvSpPr>
            <p:spPr>
              <a:xfrm>
                <a:off x="10448480" y="3879024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 extrusionOk="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529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5"/>
              <p:cNvSpPr/>
              <p:nvPr/>
            </p:nvSpPr>
            <p:spPr>
              <a:xfrm>
                <a:off x="10956480" y="3879024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 extrusionOk="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529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5" name="Google Shape;85;p5"/>
            <p:cNvGrpSpPr/>
            <p:nvPr/>
          </p:nvGrpSpPr>
          <p:grpSpPr>
            <a:xfrm>
              <a:off x="-124645" y="2687667"/>
              <a:ext cx="571500" cy="206375"/>
              <a:chOff x="10607230" y="6115367"/>
              <a:chExt cx="571500" cy="206375"/>
            </a:xfrm>
          </p:grpSpPr>
          <p:sp>
            <p:nvSpPr>
              <p:cNvPr id="86" name="Google Shape;86;p5"/>
              <p:cNvSpPr/>
              <p:nvPr/>
            </p:nvSpPr>
            <p:spPr>
              <a:xfrm>
                <a:off x="10607230" y="6115367"/>
                <a:ext cx="412750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412750" h="206375" extrusionOk="0">
                    <a:moveTo>
                      <a:pt x="0" y="206375"/>
                    </a:moveTo>
                    <a:cubicBezTo>
                      <a:pt x="0" y="92392"/>
                      <a:pt x="92392" y="0"/>
                      <a:pt x="206375" y="0"/>
                    </a:cubicBezTo>
                    <a:cubicBezTo>
                      <a:pt x="320357" y="0"/>
                      <a:pt x="412750" y="92392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5"/>
              <p:cNvSpPr/>
              <p:nvPr/>
            </p:nvSpPr>
            <p:spPr>
              <a:xfrm>
                <a:off x="10956480" y="6210617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 extrusionOk="0">
                    <a:moveTo>
                      <a:pt x="0" y="111125"/>
                    </a:moveTo>
                    <a:cubicBezTo>
                      <a:pt x="0" y="49721"/>
                      <a:pt x="49784" y="0"/>
                      <a:pt x="111125" y="0"/>
                    </a:cubicBezTo>
                    <a:cubicBezTo>
                      <a:pt x="172529" y="0"/>
                      <a:pt x="222250" y="49721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8" name="Google Shape;88;p5"/>
            <p:cNvGrpSpPr/>
            <p:nvPr/>
          </p:nvGrpSpPr>
          <p:grpSpPr>
            <a:xfrm>
              <a:off x="2109780" y="311674"/>
              <a:ext cx="238125" cy="133350"/>
              <a:chOff x="1683305" y="339574"/>
              <a:chExt cx="238125" cy="133350"/>
            </a:xfrm>
          </p:grpSpPr>
          <p:sp>
            <p:nvSpPr>
              <p:cNvPr id="89" name="Google Shape;89;p5"/>
              <p:cNvSpPr/>
              <p:nvPr/>
            </p:nvSpPr>
            <p:spPr>
              <a:xfrm>
                <a:off x="1683305" y="339574"/>
                <a:ext cx="1905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" extrusionOk="0">
                    <a:moveTo>
                      <a:pt x="0" y="0"/>
                    </a:moveTo>
                    <a:lnTo>
                      <a:pt x="190500" y="0"/>
                    </a:lnTo>
                    <a:lnTo>
                      <a:pt x="1905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>
                <a:off x="1730930" y="453874"/>
                <a:ext cx="1905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" extrusionOk="0">
                    <a:moveTo>
                      <a:pt x="0" y="0"/>
                    </a:moveTo>
                    <a:lnTo>
                      <a:pt x="190500" y="0"/>
                    </a:lnTo>
                    <a:lnTo>
                      <a:pt x="1905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" name="Google Shape;91;p5"/>
            <p:cNvSpPr/>
            <p:nvPr/>
          </p:nvSpPr>
          <p:spPr>
            <a:xfrm flipH="1">
              <a:off x="-1472691" y="4429387"/>
              <a:ext cx="3512668" cy="1232256"/>
            </a:xfrm>
            <a:custGeom>
              <a:avLst/>
              <a:gdLst/>
              <a:ahLst/>
              <a:cxnLst/>
              <a:rect l="l" t="t" r="r" b="b"/>
              <a:pathLst>
                <a:path w="324421" h="113808" extrusionOk="0">
                  <a:moveTo>
                    <a:pt x="324422" y="80090"/>
                  </a:moveTo>
                  <a:cubicBezTo>
                    <a:pt x="324422" y="80090"/>
                    <a:pt x="311912" y="40720"/>
                    <a:pt x="235458" y="50309"/>
                  </a:cubicBezTo>
                  <a:cubicBezTo>
                    <a:pt x="157607" y="60088"/>
                    <a:pt x="168783" y="-4682"/>
                    <a:pt x="187135" y="271"/>
                  </a:cubicBezTo>
                  <a:cubicBezTo>
                    <a:pt x="205486" y="5224"/>
                    <a:pt x="199898" y="32592"/>
                    <a:pt x="172974" y="39450"/>
                  </a:cubicBezTo>
                  <a:cubicBezTo>
                    <a:pt x="130492" y="50309"/>
                    <a:pt x="114617" y="12971"/>
                    <a:pt x="70676" y="32592"/>
                  </a:cubicBezTo>
                  <a:cubicBezTo>
                    <a:pt x="41275" y="45737"/>
                    <a:pt x="30035" y="78820"/>
                    <a:pt x="30035" y="78820"/>
                  </a:cubicBezTo>
                  <a:cubicBezTo>
                    <a:pt x="30035" y="78820"/>
                    <a:pt x="13779" y="109427"/>
                    <a:pt x="0" y="113809"/>
                  </a:cubicBezTo>
                </a:path>
              </a:pathLst>
            </a:custGeom>
            <a:noFill/>
            <a:ln w="12700" cap="rnd" cmpd="sng">
              <a:solidFill>
                <a:schemeClr val="accent5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 rot="10800000" flipH="1">
              <a:off x="7960800" y="-276764"/>
              <a:ext cx="1353638" cy="1352739"/>
            </a:xfrm>
            <a:custGeom>
              <a:avLst/>
              <a:gdLst/>
              <a:ahLst/>
              <a:cxnLst/>
              <a:rect l="l" t="t" r="r" b="b"/>
              <a:pathLst>
                <a:path w="269113" h="282704" extrusionOk="0">
                  <a:moveTo>
                    <a:pt x="0" y="247780"/>
                  </a:moveTo>
                  <a:cubicBezTo>
                    <a:pt x="4572" y="232413"/>
                    <a:pt x="18923" y="221745"/>
                    <a:pt x="34036" y="216474"/>
                  </a:cubicBezTo>
                  <a:cubicBezTo>
                    <a:pt x="49149" y="211204"/>
                    <a:pt x="65405" y="210251"/>
                    <a:pt x="81217" y="207584"/>
                  </a:cubicBezTo>
                  <a:cubicBezTo>
                    <a:pt x="110998" y="202631"/>
                    <a:pt x="140081" y="191392"/>
                    <a:pt x="163513" y="172405"/>
                  </a:cubicBezTo>
                  <a:cubicBezTo>
                    <a:pt x="186944" y="153419"/>
                    <a:pt x="204470" y="126368"/>
                    <a:pt x="209042" y="96523"/>
                  </a:cubicBezTo>
                  <a:cubicBezTo>
                    <a:pt x="213614" y="66677"/>
                    <a:pt x="204343" y="34420"/>
                    <a:pt x="182563" y="13592"/>
                  </a:cubicBezTo>
                  <a:cubicBezTo>
                    <a:pt x="172085" y="3622"/>
                    <a:pt x="156528" y="-3807"/>
                    <a:pt x="143383" y="2098"/>
                  </a:cubicBezTo>
                  <a:cubicBezTo>
                    <a:pt x="130239" y="8004"/>
                    <a:pt x="125413" y="24260"/>
                    <a:pt x="124651" y="38610"/>
                  </a:cubicBezTo>
                  <a:cubicBezTo>
                    <a:pt x="122365" y="80394"/>
                    <a:pt x="142177" y="122812"/>
                    <a:pt x="175768" y="147831"/>
                  </a:cubicBezTo>
                  <a:cubicBezTo>
                    <a:pt x="190246" y="158626"/>
                    <a:pt x="207010" y="166309"/>
                    <a:pt x="220599" y="178184"/>
                  </a:cubicBezTo>
                  <a:cubicBezTo>
                    <a:pt x="250063" y="203901"/>
                    <a:pt x="260350" y="244605"/>
                    <a:pt x="269113" y="282705"/>
                  </a:cubicBezTo>
                </a:path>
              </a:pathLst>
            </a:custGeom>
            <a:noFill/>
            <a:ln w="12700" cap="rnd" cmpd="sng">
              <a:solidFill>
                <a:schemeClr val="accent5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" name="Google Shape;93;p5"/>
          <p:cNvGrpSpPr/>
          <p:nvPr/>
        </p:nvGrpSpPr>
        <p:grpSpPr>
          <a:xfrm rot="-177495">
            <a:off x="4580466" y="4766411"/>
            <a:ext cx="2077238" cy="1016020"/>
            <a:chOff x="5040185" y="4026534"/>
            <a:chExt cx="529918" cy="259207"/>
          </a:xfrm>
        </p:grpSpPr>
        <p:sp>
          <p:nvSpPr>
            <p:cNvPr id="94" name="Google Shape;94;p5"/>
            <p:cNvSpPr/>
            <p:nvPr/>
          </p:nvSpPr>
          <p:spPr>
            <a:xfrm>
              <a:off x="5056060" y="4044124"/>
              <a:ext cx="487172" cy="85725"/>
            </a:xfrm>
            <a:custGeom>
              <a:avLst/>
              <a:gdLst/>
              <a:ahLst/>
              <a:cxnLst/>
              <a:rect l="l" t="t" r="r" b="b"/>
              <a:pathLst>
                <a:path w="487172" h="85725" extrusionOk="0">
                  <a:moveTo>
                    <a:pt x="31560" y="1143"/>
                  </a:moveTo>
                  <a:lnTo>
                    <a:pt x="438658" y="0"/>
                  </a:lnTo>
                  <a:lnTo>
                    <a:pt x="487172" y="72199"/>
                  </a:lnTo>
                  <a:lnTo>
                    <a:pt x="478155" y="85725"/>
                  </a:lnTo>
                  <a:lnTo>
                    <a:pt x="7874" y="80073"/>
                  </a:lnTo>
                  <a:lnTo>
                    <a:pt x="0" y="6991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5040185" y="4026534"/>
              <a:ext cx="529918" cy="221288"/>
            </a:xfrm>
            <a:custGeom>
              <a:avLst/>
              <a:gdLst/>
              <a:ahLst/>
              <a:cxnLst/>
              <a:rect l="l" t="t" r="r" b="b"/>
              <a:pathLst>
                <a:path w="529918" h="221288" extrusionOk="0">
                  <a:moveTo>
                    <a:pt x="527114" y="90170"/>
                  </a:moveTo>
                  <a:cubicBezTo>
                    <a:pt x="520192" y="80391"/>
                    <a:pt x="513334" y="70612"/>
                    <a:pt x="506413" y="60833"/>
                  </a:cubicBezTo>
                  <a:cubicBezTo>
                    <a:pt x="492887" y="41656"/>
                    <a:pt x="479425" y="22543"/>
                    <a:pt x="465899" y="3366"/>
                  </a:cubicBezTo>
                  <a:cubicBezTo>
                    <a:pt x="465836" y="3302"/>
                    <a:pt x="465773" y="3239"/>
                    <a:pt x="465709" y="3112"/>
                  </a:cubicBezTo>
                  <a:cubicBezTo>
                    <a:pt x="464693" y="1270"/>
                    <a:pt x="462788" y="0"/>
                    <a:pt x="460058" y="0"/>
                  </a:cubicBezTo>
                  <a:cubicBezTo>
                    <a:pt x="347663" y="953"/>
                    <a:pt x="235204" y="1905"/>
                    <a:pt x="122809" y="2794"/>
                  </a:cubicBezTo>
                  <a:cubicBezTo>
                    <a:pt x="97155" y="2985"/>
                    <a:pt x="71501" y="3239"/>
                    <a:pt x="45911" y="3429"/>
                  </a:cubicBezTo>
                  <a:cubicBezTo>
                    <a:pt x="43688" y="3429"/>
                    <a:pt x="41021" y="4636"/>
                    <a:pt x="40068" y="6795"/>
                  </a:cubicBezTo>
                  <a:cubicBezTo>
                    <a:pt x="32639" y="22987"/>
                    <a:pt x="25273" y="39116"/>
                    <a:pt x="17843" y="55309"/>
                  </a:cubicBezTo>
                  <a:cubicBezTo>
                    <a:pt x="13526" y="64770"/>
                    <a:pt x="9144" y="74232"/>
                    <a:pt x="4826" y="83693"/>
                  </a:cubicBezTo>
                  <a:cubicBezTo>
                    <a:pt x="3239" y="87249"/>
                    <a:pt x="1207" y="90551"/>
                    <a:pt x="1143" y="94552"/>
                  </a:cubicBezTo>
                  <a:cubicBezTo>
                    <a:pt x="762" y="130493"/>
                    <a:pt x="381" y="166434"/>
                    <a:pt x="0" y="202374"/>
                  </a:cubicBezTo>
                  <a:cubicBezTo>
                    <a:pt x="0" y="204661"/>
                    <a:pt x="1842" y="206439"/>
                    <a:pt x="3366" y="208217"/>
                  </a:cubicBezTo>
                  <a:cubicBezTo>
                    <a:pt x="15875" y="222885"/>
                    <a:pt x="47498" y="222885"/>
                    <a:pt x="62929" y="219329"/>
                  </a:cubicBezTo>
                  <a:cubicBezTo>
                    <a:pt x="66675" y="218440"/>
                    <a:pt x="69469" y="216281"/>
                    <a:pt x="69723" y="212535"/>
                  </a:cubicBezTo>
                  <a:cubicBezTo>
                    <a:pt x="71374" y="186881"/>
                    <a:pt x="91567" y="167704"/>
                    <a:pt x="117158" y="167005"/>
                  </a:cubicBezTo>
                  <a:cubicBezTo>
                    <a:pt x="142494" y="166307"/>
                    <a:pt x="162814" y="187643"/>
                    <a:pt x="164592" y="212027"/>
                  </a:cubicBezTo>
                  <a:cubicBezTo>
                    <a:pt x="164846" y="215710"/>
                    <a:pt x="167449" y="218821"/>
                    <a:pt x="171386" y="218821"/>
                  </a:cubicBezTo>
                  <a:cubicBezTo>
                    <a:pt x="242253" y="218504"/>
                    <a:pt x="313055" y="218123"/>
                    <a:pt x="383921" y="217805"/>
                  </a:cubicBezTo>
                  <a:cubicBezTo>
                    <a:pt x="387858" y="217805"/>
                    <a:pt x="390335" y="214693"/>
                    <a:pt x="390716" y="211011"/>
                  </a:cubicBezTo>
                  <a:cubicBezTo>
                    <a:pt x="393002" y="185992"/>
                    <a:pt x="413195" y="167704"/>
                    <a:pt x="438086" y="167005"/>
                  </a:cubicBezTo>
                  <a:cubicBezTo>
                    <a:pt x="462724" y="166307"/>
                    <a:pt x="483045" y="186754"/>
                    <a:pt x="485458" y="210503"/>
                  </a:cubicBezTo>
                  <a:cubicBezTo>
                    <a:pt x="485839" y="214186"/>
                    <a:pt x="488252" y="217297"/>
                    <a:pt x="492252" y="217297"/>
                  </a:cubicBezTo>
                  <a:cubicBezTo>
                    <a:pt x="497142" y="217297"/>
                    <a:pt x="516128" y="210757"/>
                    <a:pt x="519367" y="207201"/>
                  </a:cubicBezTo>
                  <a:cubicBezTo>
                    <a:pt x="525272" y="200597"/>
                    <a:pt x="524701" y="195072"/>
                    <a:pt x="525145" y="186563"/>
                  </a:cubicBezTo>
                  <a:cubicBezTo>
                    <a:pt x="526669" y="158877"/>
                    <a:pt x="528257" y="131255"/>
                    <a:pt x="529780" y="103568"/>
                  </a:cubicBezTo>
                  <a:cubicBezTo>
                    <a:pt x="530035" y="98044"/>
                    <a:pt x="530289" y="94679"/>
                    <a:pt x="527114" y="90170"/>
                  </a:cubicBezTo>
                  <a:close/>
                  <a:moveTo>
                    <a:pt x="140526" y="90932"/>
                  </a:moveTo>
                  <a:cubicBezTo>
                    <a:pt x="103378" y="90932"/>
                    <a:pt x="66230" y="90932"/>
                    <a:pt x="29083" y="90932"/>
                  </a:cubicBezTo>
                  <a:cubicBezTo>
                    <a:pt x="37973" y="70231"/>
                    <a:pt x="46799" y="49593"/>
                    <a:pt x="55690" y="28893"/>
                  </a:cubicBezTo>
                  <a:cubicBezTo>
                    <a:pt x="84328" y="28893"/>
                    <a:pt x="112903" y="28893"/>
                    <a:pt x="141542" y="28893"/>
                  </a:cubicBezTo>
                  <a:cubicBezTo>
                    <a:pt x="141224" y="49593"/>
                    <a:pt x="140843" y="70295"/>
                    <a:pt x="140526" y="90932"/>
                  </a:cubicBezTo>
                  <a:close/>
                  <a:moveTo>
                    <a:pt x="176149" y="28639"/>
                  </a:moveTo>
                  <a:cubicBezTo>
                    <a:pt x="205359" y="28639"/>
                    <a:pt x="234505" y="28639"/>
                    <a:pt x="263716" y="28639"/>
                  </a:cubicBezTo>
                  <a:cubicBezTo>
                    <a:pt x="264732" y="48514"/>
                    <a:pt x="265684" y="68453"/>
                    <a:pt x="266700" y="88329"/>
                  </a:cubicBezTo>
                  <a:cubicBezTo>
                    <a:pt x="236157" y="88329"/>
                    <a:pt x="205677" y="88329"/>
                    <a:pt x="175133" y="88329"/>
                  </a:cubicBezTo>
                  <a:cubicBezTo>
                    <a:pt x="175514" y="68453"/>
                    <a:pt x="175832" y="48578"/>
                    <a:pt x="176149" y="28639"/>
                  </a:cubicBezTo>
                  <a:close/>
                  <a:moveTo>
                    <a:pt x="409258" y="26797"/>
                  </a:moveTo>
                  <a:cubicBezTo>
                    <a:pt x="422085" y="26797"/>
                    <a:pt x="434848" y="26797"/>
                    <a:pt x="447675" y="26797"/>
                  </a:cubicBezTo>
                  <a:cubicBezTo>
                    <a:pt x="461836" y="46609"/>
                    <a:pt x="476060" y="66358"/>
                    <a:pt x="490220" y="86170"/>
                  </a:cubicBezTo>
                  <a:cubicBezTo>
                    <a:pt x="462915" y="86170"/>
                    <a:pt x="435547" y="86170"/>
                    <a:pt x="408242" y="86170"/>
                  </a:cubicBezTo>
                  <a:cubicBezTo>
                    <a:pt x="408559" y="66421"/>
                    <a:pt x="408877" y="46609"/>
                    <a:pt x="409258" y="26797"/>
                  </a:cubicBezTo>
                  <a:close/>
                  <a:moveTo>
                    <a:pt x="381762" y="86741"/>
                  </a:moveTo>
                  <a:cubicBezTo>
                    <a:pt x="352552" y="86741"/>
                    <a:pt x="323342" y="86741"/>
                    <a:pt x="294132" y="86741"/>
                  </a:cubicBezTo>
                  <a:cubicBezTo>
                    <a:pt x="294449" y="67691"/>
                    <a:pt x="294767" y="48641"/>
                    <a:pt x="295085" y="29591"/>
                  </a:cubicBezTo>
                  <a:cubicBezTo>
                    <a:pt x="323024" y="29591"/>
                    <a:pt x="350965" y="29591"/>
                    <a:pt x="378905" y="29591"/>
                  </a:cubicBezTo>
                  <a:cubicBezTo>
                    <a:pt x="379857" y="48641"/>
                    <a:pt x="380810" y="67691"/>
                    <a:pt x="381762" y="867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5436108" y="4202303"/>
              <a:ext cx="83438" cy="83438"/>
            </a:xfrm>
            <a:custGeom>
              <a:avLst/>
              <a:gdLst/>
              <a:ahLst/>
              <a:cxnLst/>
              <a:rect l="l" t="t" r="r" b="b"/>
              <a:pathLst>
                <a:path w="83438" h="83438" extrusionOk="0">
                  <a:moveTo>
                    <a:pt x="0" y="41719"/>
                  </a:moveTo>
                  <a:cubicBezTo>
                    <a:pt x="0" y="64770"/>
                    <a:pt x="18669" y="83439"/>
                    <a:pt x="41720" y="83439"/>
                  </a:cubicBezTo>
                  <a:cubicBezTo>
                    <a:pt x="64770" y="83439"/>
                    <a:pt x="83439" y="64770"/>
                    <a:pt x="83439" y="41719"/>
                  </a:cubicBezTo>
                  <a:cubicBezTo>
                    <a:pt x="83439" y="18669"/>
                    <a:pt x="64770" y="0"/>
                    <a:pt x="41720" y="0"/>
                  </a:cubicBezTo>
                  <a:cubicBezTo>
                    <a:pt x="18669" y="0"/>
                    <a:pt x="0" y="18669"/>
                    <a:pt x="0" y="417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5461444" y="4227639"/>
              <a:ext cx="32702" cy="32765"/>
            </a:xfrm>
            <a:custGeom>
              <a:avLst/>
              <a:gdLst/>
              <a:ahLst/>
              <a:cxnLst/>
              <a:rect l="l" t="t" r="r" b="b"/>
              <a:pathLst>
                <a:path w="32702" h="32765" extrusionOk="0">
                  <a:moveTo>
                    <a:pt x="0" y="16383"/>
                  </a:moveTo>
                  <a:cubicBezTo>
                    <a:pt x="0" y="25400"/>
                    <a:pt x="7302" y="32766"/>
                    <a:pt x="16320" y="32766"/>
                  </a:cubicBezTo>
                  <a:cubicBezTo>
                    <a:pt x="25336" y="32766"/>
                    <a:pt x="32702" y="25464"/>
                    <a:pt x="32702" y="16383"/>
                  </a:cubicBezTo>
                  <a:cubicBezTo>
                    <a:pt x="32702" y="7366"/>
                    <a:pt x="25400" y="0"/>
                    <a:pt x="16320" y="0"/>
                  </a:cubicBezTo>
                  <a:cubicBezTo>
                    <a:pt x="7366" y="0"/>
                    <a:pt x="0" y="7366"/>
                    <a:pt x="0" y="1638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5115814" y="4202303"/>
              <a:ext cx="83439" cy="83438"/>
            </a:xfrm>
            <a:custGeom>
              <a:avLst/>
              <a:gdLst/>
              <a:ahLst/>
              <a:cxnLst/>
              <a:rect l="l" t="t" r="r" b="b"/>
              <a:pathLst>
                <a:path w="83439" h="83438" extrusionOk="0">
                  <a:moveTo>
                    <a:pt x="0" y="41719"/>
                  </a:moveTo>
                  <a:cubicBezTo>
                    <a:pt x="0" y="64770"/>
                    <a:pt x="18669" y="83439"/>
                    <a:pt x="41720" y="83439"/>
                  </a:cubicBezTo>
                  <a:cubicBezTo>
                    <a:pt x="64770" y="83439"/>
                    <a:pt x="83439" y="64770"/>
                    <a:pt x="83439" y="41719"/>
                  </a:cubicBezTo>
                  <a:cubicBezTo>
                    <a:pt x="83439" y="18669"/>
                    <a:pt x="64770" y="0"/>
                    <a:pt x="41720" y="0"/>
                  </a:cubicBezTo>
                  <a:cubicBezTo>
                    <a:pt x="18669" y="0"/>
                    <a:pt x="0" y="18669"/>
                    <a:pt x="0" y="417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5141214" y="4227639"/>
              <a:ext cx="32702" cy="32765"/>
            </a:xfrm>
            <a:custGeom>
              <a:avLst/>
              <a:gdLst/>
              <a:ahLst/>
              <a:cxnLst/>
              <a:rect l="l" t="t" r="r" b="b"/>
              <a:pathLst>
                <a:path w="32702" h="32765" extrusionOk="0">
                  <a:moveTo>
                    <a:pt x="0" y="16383"/>
                  </a:moveTo>
                  <a:cubicBezTo>
                    <a:pt x="0" y="25400"/>
                    <a:pt x="7302" y="32766"/>
                    <a:pt x="16320" y="32766"/>
                  </a:cubicBezTo>
                  <a:cubicBezTo>
                    <a:pt x="25336" y="32766"/>
                    <a:pt x="32702" y="25464"/>
                    <a:pt x="32702" y="16383"/>
                  </a:cubicBezTo>
                  <a:cubicBezTo>
                    <a:pt x="32702" y="7366"/>
                    <a:pt x="25400" y="0"/>
                    <a:pt x="16320" y="0"/>
                  </a:cubicBezTo>
                  <a:cubicBezTo>
                    <a:pt x="7302" y="0"/>
                    <a:pt x="0" y="7366"/>
                    <a:pt x="0" y="1638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7"/>
          <p:cNvSpPr txBox="1">
            <a:spLocks noGrp="1"/>
          </p:cNvSpPr>
          <p:nvPr>
            <p:ph type="body" idx="1"/>
          </p:nvPr>
        </p:nvSpPr>
        <p:spPr>
          <a:xfrm>
            <a:off x="713225" y="1570925"/>
            <a:ext cx="4245000" cy="25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7"/>
          <p:cNvSpPr>
            <a:spLocks noGrp="1"/>
          </p:cNvSpPr>
          <p:nvPr>
            <p:ph type="pic" idx="2"/>
          </p:nvPr>
        </p:nvSpPr>
        <p:spPr>
          <a:xfrm>
            <a:off x="5197975" y="1374425"/>
            <a:ext cx="3232800" cy="2913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/>
          <a:lstStyle/>
          <a:p>
            <a:endParaRPr lang="en-SG"/>
          </a:p>
        </p:txBody>
      </p:sp>
      <p:grpSp>
        <p:nvGrpSpPr>
          <p:cNvPr id="131" name="Google Shape;131;p7"/>
          <p:cNvGrpSpPr/>
          <p:nvPr/>
        </p:nvGrpSpPr>
        <p:grpSpPr>
          <a:xfrm rot="-888888">
            <a:off x="7739543" y="3592822"/>
            <a:ext cx="2676005" cy="2525505"/>
            <a:chOff x="-2482208" y="3351602"/>
            <a:chExt cx="1509803" cy="1507801"/>
          </a:xfrm>
        </p:grpSpPr>
        <p:sp>
          <p:nvSpPr>
            <p:cNvPr id="132" name="Google Shape;132;p7"/>
            <p:cNvSpPr/>
            <p:nvPr/>
          </p:nvSpPr>
          <p:spPr>
            <a:xfrm>
              <a:off x="-2482208" y="3351602"/>
              <a:ext cx="1509803" cy="1507801"/>
            </a:xfrm>
            <a:custGeom>
              <a:avLst/>
              <a:gdLst/>
              <a:ahLst/>
              <a:cxnLst/>
              <a:rect l="l" t="t" r="r" b="b"/>
              <a:pathLst>
                <a:path w="1509803" h="1507801" extrusionOk="0">
                  <a:moveTo>
                    <a:pt x="1509803" y="755000"/>
                  </a:moveTo>
                  <a:cubicBezTo>
                    <a:pt x="1509866" y="791703"/>
                    <a:pt x="1505104" y="840535"/>
                    <a:pt x="1499770" y="876793"/>
                  </a:cubicBezTo>
                  <a:cubicBezTo>
                    <a:pt x="1496595" y="898383"/>
                    <a:pt x="1490753" y="927022"/>
                    <a:pt x="1484466" y="947977"/>
                  </a:cubicBezTo>
                  <a:cubicBezTo>
                    <a:pt x="1484466" y="948040"/>
                    <a:pt x="1484466" y="948040"/>
                    <a:pt x="1484466" y="948040"/>
                  </a:cubicBezTo>
                  <a:cubicBezTo>
                    <a:pt x="1479323" y="964994"/>
                    <a:pt x="1472909" y="987791"/>
                    <a:pt x="1467004" y="1004492"/>
                  </a:cubicBezTo>
                  <a:cubicBezTo>
                    <a:pt x="1466940" y="1004555"/>
                    <a:pt x="1466940" y="1004682"/>
                    <a:pt x="1466940" y="1004746"/>
                  </a:cubicBezTo>
                  <a:cubicBezTo>
                    <a:pt x="1460463" y="1022843"/>
                    <a:pt x="1451510" y="1046910"/>
                    <a:pt x="1443064" y="1064118"/>
                  </a:cubicBezTo>
                  <a:cubicBezTo>
                    <a:pt x="1435381" y="1079739"/>
                    <a:pt x="1425538" y="1100694"/>
                    <a:pt x="1417156" y="1115871"/>
                  </a:cubicBezTo>
                  <a:cubicBezTo>
                    <a:pt x="1407822" y="1132698"/>
                    <a:pt x="1394550" y="1154733"/>
                    <a:pt x="1383946" y="1170735"/>
                  </a:cubicBezTo>
                  <a:cubicBezTo>
                    <a:pt x="1352704" y="1217724"/>
                    <a:pt x="1321906" y="1252078"/>
                    <a:pt x="1308825" y="1265985"/>
                  </a:cubicBezTo>
                  <a:cubicBezTo>
                    <a:pt x="1289140" y="1286876"/>
                    <a:pt x="1261708" y="1315006"/>
                    <a:pt x="1219671" y="1347899"/>
                  </a:cubicBezTo>
                  <a:cubicBezTo>
                    <a:pt x="1207543" y="1357361"/>
                    <a:pt x="1191096" y="1369553"/>
                    <a:pt x="1178269" y="1378062"/>
                  </a:cubicBezTo>
                  <a:cubicBezTo>
                    <a:pt x="1160870" y="1389555"/>
                    <a:pt x="1136994" y="1403906"/>
                    <a:pt x="1118960" y="1414321"/>
                  </a:cubicBezTo>
                  <a:cubicBezTo>
                    <a:pt x="1089306" y="1431466"/>
                    <a:pt x="1043141" y="1450960"/>
                    <a:pt x="1033489" y="1454643"/>
                  </a:cubicBezTo>
                  <a:cubicBezTo>
                    <a:pt x="1017170" y="1460866"/>
                    <a:pt x="995199" y="1468740"/>
                    <a:pt x="978562" y="1473947"/>
                  </a:cubicBezTo>
                  <a:cubicBezTo>
                    <a:pt x="962433" y="1478964"/>
                    <a:pt x="940589" y="1484742"/>
                    <a:pt x="924142" y="1488552"/>
                  </a:cubicBezTo>
                  <a:cubicBezTo>
                    <a:pt x="895123" y="1495220"/>
                    <a:pt x="865849" y="1500236"/>
                    <a:pt x="836449" y="1503411"/>
                  </a:cubicBezTo>
                  <a:cubicBezTo>
                    <a:pt x="815811" y="1505634"/>
                    <a:pt x="795110" y="1507030"/>
                    <a:pt x="774409" y="1507539"/>
                  </a:cubicBezTo>
                  <a:cubicBezTo>
                    <a:pt x="754089" y="1508110"/>
                    <a:pt x="733706" y="1507729"/>
                    <a:pt x="713259" y="1506586"/>
                  </a:cubicBezTo>
                  <a:cubicBezTo>
                    <a:pt x="690526" y="1505379"/>
                    <a:pt x="667729" y="1503093"/>
                    <a:pt x="644933" y="1499728"/>
                  </a:cubicBezTo>
                  <a:cubicBezTo>
                    <a:pt x="630836" y="1497696"/>
                    <a:pt x="618009" y="1495347"/>
                    <a:pt x="607150" y="1493187"/>
                  </a:cubicBezTo>
                  <a:cubicBezTo>
                    <a:pt x="593244" y="1490393"/>
                    <a:pt x="582576" y="1487854"/>
                    <a:pt x="576480" y="1486393"/>
                  </a:cubicBezTo>
                  <a:cubicBezTo>
                    <a:pt x="546762" y="1479345"/>
                    <a:pt x="517806" y="1469566"/>
                    <a:pt x="517552" y="1469502"/>
                  </a:cubicBezTo>
                  <a:cubicBezTo>
                    <a:pt x="488532" y="1459533"/>
                    <a:pt x="476086" y="1455024"/>
                    <a:pt x="440844" y="1439340"/>
                  </a:cubicBezTo>
                  <a:cubicBezTo>
                    <a:pt x="422873" y="1431339"/>
                    <a:pt x="399442" y="1419337"/>
                    <a:pt x="382424" y="1409431"/>
                  </a:cubicBezTo>
                  <a:cubicBezTo>
                    <a:pt x="369343" y="1401811"/>
                    <a:pt x="351944" y="1391651"/>
                    <a:pt x="339498" y="1383079"/>
                  </a:cubicBezTo>
                  <a:cubicBezTo>
                    <a:pt x="319686" y="1369426"/>
                    <a:pt x="293778" y="1350503"/>
                    <a:pt x="274982" y="1335454"/>
                  </a:cubicBezTo>
                  <a:cubicBezTo>
                    <a:pt x="249264" y="1314879"/>
                    <a:pt x="218403" y="1283574"/>
                    <a:pt x="195607" y="1259889"/>
                  </a:cubicBezTo>
                  <a:cubicBezTo>
                    <a:pt x="180621" y="1244267"/>
                    <a:pt x="162079" y="1222042"/>
                    <a:pt x="149760" y="1204262"/>
                  </a:cubicBezTo>
                  <a:cubicBezTo>
                    <a:pt x="138330" y="1187753"/>
                    <a:pt x="122836" y="1166035"/>
                    <a:pt x="112168" y="1149017"/>
                  </a:cubicBezTo>
                  <a:cubicBezTo>
                    <a:pt x="103024" y="1134349"/>
                    <a:pt x="91848" y="1114156"/>
                    <a:pt x="83783" y="1098853"/>
                  </a:cubicBezTo>
                  <a:cubicBezTo>
                    <a:pt x="74639" y="1081517"/>
                    <a:pt x="63908" y="1057641"/>
                    <a:pt x="56351" y="1039543"/>
                  </a:cubicBezTo>
                  <a:cubicBezTo>
                    <a:pt x="49620" y="1023287"/>
                    <a:pt x="42254" y="1000935"/>
                    <a:pt x="36222" y="984362"/>
                  </a:cubicBezTo>
                  <a:cubicBezTo>
                    <a:pt x="29554" y="965947"/>
                    <a:pt x="22823" y="940547"/>
                    <a:pt x="19013" y="921370"/>
                  </a:cubicBezTo>
                  <a:cubicBezTo>
                    <a:pt x="11965" y="885810"/>
                    <a:pt x="4345" y="837867"/>
                    <a:pt x="1868" y="801736"/>
                  </a:cubicBezTo>
                  <a:cubicBezTo>
                    <a:pt x="-481" y="768589"/>
                    <a:pt x="-1116" y="724012"/>
                    <a:pt x="2948" y="691055"/>
                  </a:cubicBezTo>
                  <a:cubicBezTo>
                    <a:pt x="5361" y="671371"/>
                    <a:pt x="7139" y="644891"/>
                    <a:pt x="11266" y="625460"/>
                  </a:cubicBezTo>
                  <a:cubicBezTo>
                    <a:pt x="15013" y="607934"/>
                    <a:pt x="19267" y="584312"/>
                    <a:pt x="23776" y="566977"/>
                  </a:cubicBezTo>
                  <a:cubicBezTo>
                    <a:pt x="28665" y="548117"/>
                    <a:pt x="35460" y="522907"/>
                    <a:pt x="42572" y="504747"/>
                  </a:cubicBezTo>
                  <a:cubicBezTo>
                    <a:pt x="48985" y="488427"/>
                    <a:pt x="56923" y="466392"/>
                    <a:pt x="64035" y="450391"/>
                  </a:cubicBezTo>
                  <a:cubicBezTo>
                    <a:pt x="71972" y="432610"/>
                    <a:pt x="83402" y="409242"/>
                    <a:pt x="92737" y="392161"/>
                  </a:cubicBezTo>
                  <a:cubicBezTo>
                    <a:pt x="100992" y="377111"/>
                    <a:pt x="112676" y="357427"/>
                    <a:pt x="122137" y="343139"/>
                  </a:cubicBezTo>
                  <a:cubicBezTo>
                    <a:pt x="133059" y="326629"/>
                    <a:pt x="147918" y="304722"/>
                    <a:pt x="160555" y="289481"/>
                  </a:cubicBezTo>
                  <a:cubicBezTo>
                    <a:pt x="181700" y="263954"/>
                    <a:pt x="210720" y="230490"/>
                    <a:pt x="234850" y="207757"/>
                  </a:cubicBezTo>
                  <a:cubicBezTo>
                    <a:pt x="249328" y="194168"/>
                    <a:pt x="269394" y="176832"/>
                    <a:pt x="284761" y="164323"/>
                  </a:cubicBezTo>
                  <a:cubicBezTo>
                    <a:pt x="296762" y="154544"/>
                    <a:pt x="313272" y="142225"/>
                    <a:pt x="326163" y="133653"/>
                  </a:cubicBezTo>
                  <a:cubicBezTo>
                    <a:pt x="336894" y="126477"/>
                    <a:pt x="349975" y="118159"/>
                    <a:pt x="362675" y="110348"/>
                  </a:cubicBezTo>
                  <a:cubicBezTo>
                    <a:pt x="370422" y="105522"/>
                    <a:pt x="378106" y="100950"/>
                    <a:pt x="384964" y="96949"/>
                  </a:cubicBezTo>
                  <a:cubicBezTo>
                    <a:pt x="396330" y="90282"/>
                    <a:pt x="411888" y="82091"/>
                    <a:pt x="423826" y="76503"/>
                  </a:cubicBezTo>
                  <a:cubicBezTo>
                    <a:pt x="435510" y="71042"/>
                    <a:pt x="451004" y="63803"/>
                    <a:pt x="462878" y="58723"/>
                  </a:cubicBezTo>
                  <a:cubicBezTo>
                    <a:pt x="472784" y="54531"/>
                    <a:pt x="486310" y="49451"/>
                    <a:pt x="496343" y="45642"/>
                  </a:cubicBezTo>
                  <a:cubicBezTo>
                    <a:pt x="512726" y="39418"/>
                    <a:pt x="535141" y="32560"/>
                    <a:pt x="552032" y="27861"/>
                  </a:cubicBezTo>
                  <a:cubicBezTo>
                    <a:pt x="560224" y="25575"/>
                    <a:pt x="571146" y="22591"/>
                    <a:pt x="579464" y="20749"/>
                  </a:cubicBezTo>
                  <a:cubicBezTo>
                    <a:pt x="595149" y="17257"/>
                    <a:pt x="616167" y="12875"/>
                    <a:pt x="632042" y="10081"/>
                  </a:cubicBezTo>
                  <a:cubicBezTo>
                    <a:pt x="643853" y="7986"/>
                    <a:pt x="671539" y="4176"/>
                    <a:pt x="692939" y="2525"/>
                  </a:cubicBezTo>
                  <a:cubicBezTo>
                    <a:pt x="714719" y="874"/>
                    <a:pt x="772504" y="-3508"/>
                    <a:pt x="846228" y="5510"/>
                  </a:cubicBezTo>
                  <a:cubicBezTo>
                    <a:pt x="865151" y="7859"/>
                    <a:pt x="881216" y="10462"/>
                    <a:pt x="892265" y="12494"/>
                  </a:cubicBezTo>
                  <a:cubicBezTo>
                    <a:pt x="902489" y="14336"/>
                    <a:pt x="908394" y="15669"/>
                    <a:pt x="908521" y="15669"/>
                  </a:cubicBezTo>
                  <a:cubicBezTo>
                    <a:pt x="923825" y="19098"/>
                    <a:pt x="944145" y="23988"/>
                    <a:pt x="959258" y="28052"/>
                  </a:cubicBezTo>
                  <a:cubicBezTo>
                    <a:pt x="963258" y="29131"/>
                    <a:pt x="967894" y="30465"/>
                    <a:pt x="972466" y="31862"/>
                  </a:cubicBezTo>
                  <a:cubicBezTo>
                    <a:pt x="979387" y="33957"/>
                    <a:pt x="986563" y="36243"/>
                    <a:pt x="992468" y="38212"/>
                  </a:cubicBezTo>
                  <a:cubicBezTo>
                    <a:pt x="1004025" y="42022"/>
                    <a:pt x="1019329" y="47610"/>
                    <a:pt x="1030695" y="52055"/>
                  </a:cubicBezTo>
                  <a:cubicBezTo>
                    <a:pt x="1039458" y="55548"/>
                    <a:pt x="1050253" y="60119"/>
                    <a:pt x="1059969" y="64374"/>
                  </a:cubicBezTo>
                  <a:cubicBezTo>
                    <a:pt x="1060794" y="64692"/>
                    <a:pt x="1061556" y="65073"/>
                    <a:pt x="1062382" y="65454"/>
                  </a:cubicBezTo>
                  <a:cubicBezTo>
                    <a:pt x="1063525" y="65961"/>
                    <a:pt x="1064731" y="66533"/>
                    <a:pt x="1065874" y="67041"/>
                  </a:cubicBezTo>
                  <a:cubicBezTo>
                    <a:pt x="1067017" y="67549"/>
                    <a:pt x="1068097" y="67993"/>
                    <a:pt x="1069240" y="68501"/>
                  </a:cubicBezTo>
                  <a:cubicBezTo>
                    <a:pt x="1072097" y="69772"/>
                    <a:pt x="1075018" y="71105"/>
                    <a:pt x="1078130" y="72629"/>
                  </a:cubicBezTo>
                  <a:cubicBezTo>
                    <a:pt x="1084734" y="75741"/>
                    <a:pt x="1091782" y="79297"/>
                    <a:pt x="1098767" y="82916"/>
                  </a:cubicBezTo>
                  <a:cubicBezTo>
                    <a:pt x="1108927" y="88186"/>
                    <a:pt x="1119087" y="93711"/>
                    <a:pt x="1127723" y="98410"/>
                  </a:cubicBezTo>
                  <a:cubicBezTo>
                    <a:pt x="1134645" y="102665"/>
                    <a:pt x="1142265" y="107363"/>
                    <a:pt x="1150139" y="112253"/>
                  </a:cubicBezTo>
                  <a:cubicBezTo>
                    <a:pt x="1171856" y="125779"/>
                    <a:pt x="1195478" y="141018"/>
                    <a:pt x="1213258" y="155052"/>
                  </a:cubicBezTo>
                  <a:cubicBezTo>
                    <a:pt x="1229831" y="168133"/>
                    <a:pt x="1251485" y="186104"/>
                    <a:pt x="1267106" y="200264"/>
                  </a:cubicBezTo>
                  <a:cubicBezTo>
                    <a:pt x="1269328" y="202232"/>
                    <a:pt x="1271614" y="204392"/>
                    <a:pt x="1274027" y="206550"/>
                  </a:cubicBezTo>
                  <a:cubicBezTo>
                    <a:pt x="1279171" y="211376"/>
                    <a:pt x="1284568" y="216647"/>
                    <a:pt x="1289775" y="221917"/>
                  </a:cubicBezTo>
                  <a:cubicBezTo>
                    <a:pt x="1289839" y="221981"/>
                    <a:pt x="1289902" y="222044"/>
                    <a:pt x="1289966" y="222108"/>
                  </a:cubicBezTo>
                  <a:cubicBezTo>
                    <a:pt x="1295871" y="228013"/>
                    <a:pt x="1301586" y="233982"/>
                    <a:pt x="1306412" y="239253"/>
                  </a:cubicBezTo>
                  <a:cubicBezTo>
                    <a:pt x="1307682" y="240586"/>
                    <a:pt x="1308952" y="242047"/>
                    <a:pt x="1310286" y="243507"/>
                  </a:cubicBezTo>
                  <a:cubicBezTo>
                    <a:pt x="1319620" y="253922"/>
                    <a:pt x="1330352" y="266304"/>
                    <a:pt x="1339940" y="277861"/>
                  </a:cubicBezTo>
                  <a:cubicBezTo>
                    <a:pt x="1343941" y="282687"/>
                    <a:pt x="1347814" y="287386"/>
                    <a:pt x="1351243" y="291704"/>
                  </a:cubicBezTo>
                  <a:cubicBezTo>
                    <a:pt x="1361848" y="305103"/>
                    <a:pt x="1375056" y="323708"/>
                    <a:pt x="1384517" y="337932"/>
                  </a:cubicBezTo>
                  <a:cubicBezTo>
                    <a:pt x="1395503" y="354442"/>
                    <a:pt x="1409092" y="377175"/>
                    <a:pt x="1418617" y="394510"/>
                  </a:cubicBezTo>
                  <a:cubicBezTo>
                    <a:pt x="1427062" y="409750"/>
                    <a:pt x="1436841" y="430832"/>
                    <a:pt x="1444334" y="446580"/>
                  </a:cubicBezTo>
                  <a:cubicBezTo>
                    <a:pt x="1452780" y="464234"/>
                    <a:pt x="1461860" y="488744"/>
                    <a:pt x="1468401" y="507223"/>
                  </a:cubicBezTo>
                  <a:cubicBezTo>
                    <a:pt x="1474243" y="523987"/>
                    <a:pt x="1480402" y="546847"/>
                    <a:pt x="1485546" y="563865"/>
                  </a:cubicBezTo>
                  <a:cubicBezTo>
                    <a:pt x="1491197" y="582661"/>
                    <a:pt x="1496722" y="608442"/>
                    <a:pt x="1499262" y="627936"/>
                  </a:cubicBezTo>
                  <a:cubicBezTo>
                    <a:pt x="1501548" y="645971"/>
                    <a:pt x="1505421" y="669973"/>
                    <a:pt x="1506882" y="688071"/>
                  </a:cubicBezTo>
                  <a:cubicBezTo>
                    <a:pt x="1508660" y="708073"/>
                    <a:pt x="1509803" y="734934"/>
                    <a:pt x="1509803" y="755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-2229486" y="3409650"/>
              <a:ext cx="564133" cy="751379"/>
            </a:xfrm>
            <a:custGeom>
              <a:avLst/>
              <a:gdLst/>
              <a:ahLst/>
              <a:cxnLst/>
              <a:rect l="l" t="t" r="r" b="b"/>
              <a:pathLst>
                <a:path w="564133" h="751379" extrusionOk="0">
                  <a:moveTo>
                    <a:pt x="561565" y="167235"/>
                  </a:moveTo>
                  <a:cubicBezTo>
                    <a:pt x="555914" y="175236"/>
                    <a:pt x="541944" y="178792"/>
                    <a:pt x="532673" y="179935"/>
                  </a:cubicBezTo>
                  <a:cubicBezTo>
                    <a:pt x="524291" y="180951"/>
                    <a:pt x="516417" y="177077"/>
                    <a:pt x="508225" y="177966"/>
                  </a:cubicBezTo>
                  <a:cubicBezTo>
                    <a:pt x="495335" y="179363"/>
                    <a:pt x="484159" y="191682"/>
                    <a:pt x="477555" y="201779"/>
                  </a:cubicBezTo>
                  <a:cubicBezTo>
                    <a:pt x="476094" y="204001"/>
                    <a:pt x="479650" y="206033"/>
                    <a:pt x="481047" y="203874"/>
                  </a:cubicBezTo>
                  <a:cubicBezTo>
                    <a:pt x="481238" y="203557"/>
                    <a:pt x="481492" y="203239"/>
                    <a:pt x="481746" y="202922"/>
                  </a:cubicBezTo>
                  <a:cubicBezTo>
                    <a:pt x="485873" y="200699"/>
                    <a:pt x="490064" y="198540"/>
                    <a:pt x="494573" y="197143"/>
                  </a:cubicBezTo>
                  <a:cubicBezTo>
                    <a:pt x="497049" y="196191"/>
                    <a:pt x="499589" y="195683"/>
                    <a:pt x="502193" y="195492"/>
                  </a:cubicBezTo>
                  <a:cubicBezTo>
                    <a:pt x="504415" y="198350"/>
                    <a:pt x="506638" y="201271"/>
                    <a:pt x="508860" y="204128"/>
                  </a:cubicBezTo>
                  <a:cubicBezTo>
                    <a:pt x="508797" y="207430"/>
                    <a:pt x="503336" y="210732"/>
                    <a:pt x="502828" y="214669"/>
                  </a:cubicBezTo>
                  <a:cubicBezTo>
                    <a:pt x="502320" y="218289"/>
                    <a:pt x="503907" y="221019"/>
                    <a:pt x="506574" y="223305"/>
                  </a:cubicBezTo>
                  <a:cubicBezTo>
                    <a:pt x="508543" y="225020"/>
                    <a:pt x="511083" y="225718"/>
                    <a:pt x="513178" y="227179"/>
                  </a:cubicBezTo>
                  <a:cubicBezTo>
                    <a:pt x="522894" y="233846"/>
                    <a:pt x="523021" y="244133"/>
                    <a:pt x="510067" y="248832"/>
                  </a:cubicBezTo>
                  <a:cubicBezTo>
                    <a:pt x="502891" y="251436"/>
                    <a:pt x="494700" y="251817"/>
                    <a:pt x="487270" y="253976"/>
                  </a:cubicBezTo>
                  <a:cubicBezTo>
                    <a:pt x="480349" y="256008"/>
                    <a:pt x="473618" y="258484"/>
                    <a:pt x="467077" y="261405"/>
                  </a:cubicBezTo>
                  <a:cubicBezTo>
                    <a:pt x="452726" y="267819"/>
                    <a:pt x="438947" y="276391"/>
                    <a:pt x="427453" y="287123"/>
                  </a:cubicBezTo>
                  <a:cubicBezTo>
                    <a:pt x="409546" y="299315"/>
                    <a:pt x="388972" y="301537"/>
                    <a:pt x="377860" y="322302"/>
                  </a:cubicBezTo>
                  <a:cubicBezTo>
                    <a:pt x="371002" y="335129"/>
                    <a:pt x="365668" y="348464"/>
                    <a:pt x="354809" y="358687"/>
                  </a:cubicBezTo>
                  <a:cubicBezTo>
                    <a:pt x="346046" y="366942"/>
                    <a:pt x="335442" y="372721"/>
                    <a:pt x="325218" y="378880"/>
                  </a:cubicBezTo>
                  <a:cubicBezTo>
                    <a:pt x="307756" y="389358"/>
                    <a:pt x="293214" y="400915"/>
                    <a:pt x="285848" y="420536"/>
                  </a:cubicBezTo>
                  <a:cubicBezTo>
                    <a:pt x="277339" y="443015"/>
                    <a:pt x="277720" y="469114"/>
                    <a:pt x="262290" y="488481"/>
                  </a:cubicBezTo>
                  <a:cubicBezTo>
                    <a:pt x="255559" y="464669"/>
                    <a:pt x="265909" y="431014"/>
                    <a:pt x="241843" y="415710"/>
                  </a:cubicBezTo>
                  <a:cubicBezTo>
                    <a:pt x="233334" y="410313"/>
                    <a:pt x="217332" y="405550"/>
                    <a:pt x="207299" y="408979"/>
                  </a:cubicBezTo>
                  <a:cubicBezTo>
                    <a:pt x="203171" y="410313"/>
                    <a:pt x="202155" y="412345"/>
                    <a:pt x="200314" y="415964"/>
                  </a:cubicBezTo>
                  <a:cubicBezTo>
                    <a:pt x="198663" y="419139"/>
                    <a:pt x="198218" y="424092"/>
                    <a:pt x="195043" y="426696"/>
                  </a:cubicBezTo>
                  <a:cubicBezTo>
                    <a:pt x="192313" y="428982"/>
                    <a:pt x="185518" y="428410"/>
                    <a:pt x="182661" y="427648"/>
                  </a:cubicBezTo>
                  <a:cubicBezTo>
                    <a:pt x="177644" y="426251"/>
                    <a:pt x="173263" y="423076"/>
                    <a:pt x="168818" y="420600"/>
                  </a:cubicBezTo>
                  <a:cubicBezTo>
                    <a:pt x="156689" y="414123"/>
                    <a:pt x="147482" y="414440"/>
                    <a:pt x="136369" y="422695"/>
                  </a:cubicBezTo>
                  <a:cubicBezTo>
                    <a:pt x="123161" y="432601"/>
                    <a:pt x="112747" y="445936"/>
                    <a:pt x="102460" y="458700"/>
                  </a:cubicBezTo>
                  <a:cubicBezTo>
                    <a:pt x="84553" y="480861"/>
                    <a:pt x="64741" y="508357"/>
                    <a:pt x="70520" y="538583"/>
                  </a:cubicBezTo>
                  <a:cubicBezTo>
                    <a:pt x="72869" y="551092"/>
                    <a:pt x="80362" y="562967"/>
                    <a:pt x="92808" y="567221"/>
                  </a:cubicBezTo>
                  <a:cubicBezTo>
                    <a:pt x="103603" y="570904"/>
                    <a:pt x="116367" y="568555"/>
                    <a:pt x="123098" y="558966"/>
                  </a:cubicBezTo>
                  <a:cubicBezTo>
                    <a:pt x="123415" y="558522"/>
                    <a:pt x="123415" y="558014"/>
                    <a:pt x="123288" y="557569"/>
                  </a:cubicBezTo>
                  <a:cubicBezTo>
                    <a:pt x="134210" y="546266"/>
                    <a:pt x="144180" y="534138"/>
                    <a:pt x="160055" y="529375"/>
                  </a:cubicBezTo>
                  <a:cubicBezTo>
                    <a:pt x="165770" y="527661"/>
                    <a:pt x="172437" y="526645"/>
                    <a:pt x="178343" y="528169"/>
                  </a:cubicBezTo>
                  <a:cubicBezTo>
                    <a:pt x="188884" y="531026"/>
                    <a:pt x="186344" y="543917"/>
                    <a:pt x="180629" y="550711"/>
                  </a:cubicBezTo>
                  <a:cubicBezTo>
                    <a:pt x="175993" y="556172"/>
                    <a:pt x="171104" y="561252"/>
                    <a:pt x="166976" y="567094"/>
                  </a:cubicBezTo>
                  <a:cubicBezTo>
                    <a:pt x="160436" y="576365"/>
                    <a:pt x="149958" y="591669"/>
                    <a:pt x="150466" y="603670"/>
                  </a:cubicBezTo>
                  <a:cubicBezTo>
                    <a:pt x="150784" y="610782"/>
                    <a:pt x="156181" y="614656"/>
                    <a:pt x="162404" y="616180"/>
                  </a:cubicBezTo>
                  <a:cubicBezTo>
                    <a:pt x="162595" y="616370"/>
                    <a:pt x="162722" y="616624"/>
                    <a:pt x="163039" y="616624"/>
                  </a:cubicBezTo>
                  <a:cubicBezTo>
                    <a:pt x="163928" y="616688"/>
                    <a:pt x="164944" y="616751"/>
                    <a:pt x="165960" y="616815"/>
                  </a:cubicBezTo>
                  <a:cubicBezTo>
                    <a:pt x="167548" y="617005"/>
                    <a:pt x="169199" y="617069"/>
                    <a:pt x="170723" y="617005"/>
                  </a:cubicBezTo>
                  <a:cubicBezTo>
                    <a:pt x="170977" y="617005"/>
                    <a:pt x="171167" y="616942"/>
                    <a:pt x="171358" y="616878"/>
                  </a:cubicBezTo>
                  <a:cubicBezTo>
                    <a:pt x="181772" y="616751"/>
                    <a:pt x="194408" y="616561"/>
                    <a:pt x="195424" y="627737"/>
                  </a:cubicBezTo>
                  <a:cubicBezTo>
                    <a:pt x="196250" y="636881"/>
                    <a:pt x="187423" y="648057"/>
                    <a:pt x="183867" y="656185"/>
                  </a:cubicBezTo>
                  <a:cubicBezTo>
                    <a:pt x="178724" y="668123"/>
                    <a:pt x="174596" y="681394"/>
                    <a:pt x="177454" y="694412"/>
                  </a:cubicBezTo>
                  <a:cubicBezTo>
                    <a:pt x="179676" y="704762"/>
                    <a:pt x="185963" y="715049"/>
                    <a:pt x="195742" y="719748"/>
                  </a:cubicBezTo>
                  <a:cubicBezTo>
                    <a:pt x="200568" y="722034"/>
                    <a:pt x="205775" y="720637"/>
                    <a:pt x="210347" y="722352"/>
                  </a:cubicBezTo>
                  <a:cubicBezTo>
                    <a:pt x="227428" y="728765"/>
                    <a:pt x="205838" y="756705"/>
                    <a:pt x="193964" y="750482"/>
                  </a:cubicBezTo>
                  <a:cubicBezTo>
                    <a:pt x="192313" y="748323"/>
                    <a:pt x="190662" y="744958"/>
                    <a:pt x="189201" y="743751"/>
                  </a:cubicBezTo>
                  <a:cubicBezTo>
                    <a:pt x="184883" y="740132"/>
                    <a:pt x="179295" y="738671"/>
                    <a:pt x="174977" y="734734"/>
                  </a:cubicBezTo>
                  <a:cubicBezTo>
                    <a:pt x="166405" y="726860"/>
                    <a:pt x="159610" y="716446"/>
                    <a:pt x="154530" y="706032"/>
                  </a:cubicBezTo>
                  <a:cubicBezTo>
                    <a:pt x="146783" y="690157"/>
                    <a:pt x="146910" y="666662"/>
                    <a:pt x="133448" y="654089"/>
                  </a:cubicBezTo>
                  <a:cubicBezTo>
                    <a:pt x="126209" y="647422"/>
                    <a:pt x="115732" y="646342"/>
                    <a:pt x="108302" y="639738"/>
                  </a:cubicBezTo>
                  <a:cubicBezTo>
                    <a:pt x="99666" y="632055"/>
                    <a:pt x="97825" y="622149"/>
                    <a:pt x="93570" y="612052"/>
                  </a:cubicBezTo>
                  <a:cubicBezTo>
                    <a:pt x="90713" y="605258"/>
                    <a:pt x="86077" y="601130"/>
                    <a:pt x="80807" y="599416"/>
                  </a:cubicBezTo>
                  <a:cubicBezTo>
                    <a:pt x="80616" y="599098"/>
                    <a:pt x="80362" y="598844"/>
                    <a:pt x="79854" y="598654"/>
                  </a:cubicBezTo>
                  <a:cubicBezTo>
                    <a:pt x="76743" y="597574"/>
                    <a:pt x="74393" y="597892"/>
                    <a:pt x="71599" y="598844"/>
                  </a:cubicBezTo>
                  <a:cubicBezTo>
                    <a:pt x="69059" y="599225"/>
                    <a:pt x="66519" y="600051"/>
                    <a:pt x="63979" y="601321"/>
                  </a:cubicBezTo>
                  <a:cubicBezTo>
                    <a:pt x="58899" y="602273"/>
                    <a:pt x="54137" y="601321"/>
                    <a:pt x="49374" y="596939"/>
                  </a:cubicBezTo>
                  <a:cubicBezTo>
                    <a:pt x="39595" y="587922"/>
                    <a:pt x="30007" y="578651"/>
                    <a:pt x="21752" y="568174"/>
                  </a:cubicBezTo>
                  <a:cubicBezTo>
                    <a:pt x="2575" y="543726"/>
                    <a:pt x="-2315" y="514897"/>
                    <a:pt x="924" y="484544"/>
                  </a:cubicBezTo>
                  <a:cubicBezTo>
                    <a:pt x="3972" y="455779"/>
                    <a:pt x="13243" y="428220"/>
                    <a:pt x="17116" y="399645"/>
                  </a:cubicBezTo>
                  <a:cubicBezTo>
                    <a:pt x="18958" y="386056"/>
                    <a:pt x="19085" y="372784"/>
                    <a:pt x="17942" y="359195"/>
                  </a:cubicBezTo>
                  <a:cubicBezTo>
                    <a:pt x="17688" y="344717"/>
                    <a:pt x="16164" y="330303"/>
                    <a:pt x="17180" y="315761"/>
                  </a:cubicBezTo>
                  <a:cubicBezTo>
                    <a:pt x="18704" y="293219"/>
                    <a:pt x="30134" y="275121"/>
                    <a:pt x="42389" y="256897"/>
                  </a:cubicBezTo>
                  <a:cubicBezTo>
                    <a:pt x="66075" y="221718"/>
                    <a:pt x="100873" y="192825"/>
                    <a:pt x="141068" y="177966"/>
                  </a:cubicBezTo>
                  <a:cubicBezTo>
                    <a:pt x="156880" y="172124"/>
                    <a:pt x="172755" y="169203"/>
                    <a:pt x="185582" y="157456"/>
                  </a:cubicBezTo>
                  <a:cubicBezTo>
                    <a:pt x="198853" y="145391"/>
                    <a:pt x="208124" y="129452"/>
                    <a:pt x="220634" y="116689"/>
                  </a:cubicBezTo>
                  <a:cubicBezTo>
                    <a:pt x="228127" y="109069"/>
                    <a:pt x="236255" y="102084"/>
                    <a:pt x="244891" y="95924"/>
                  </a:cubicBezTo>
                  <a:cubicBezTo>
                    <a:pt x="251114" y="91479"/>
                    <a:pt x="258035" y="87669"/>
                    <a:pt x="263433" y="82208"/>
                  </a:cubicBezTo>
                  <a:cubicBezTo>
                    <a:pt x="271434" y="74080"/>
                    <a:pt x="275307" y="62206"/>
                    <a:pt x="268132" y="52427"/>
                  </a:cubicBezTo>
                  <a:cubicBezTo>
                    <a:pt x="267560" y="51665"/>
                    <a:pt x="266290" y="52363"/>
                    <a:pt x="266862" y="53125"/>
                  </a:cubicBezTo>
                  <a:cubicBezTo>
                    <a:pt x="266925" y="53252"/>
                    <a:pt x="266989" y="53379"/>
                    <a:pt x="267052" y="53506"/>
                  </a:cubicBezTo>
                  <a:cubicBezTo>
                    <a:pt x="266227" y="52871"/>
                    <a:pt x="265338" y="52236"/>
                    <a:pt x="264258" y="51665"/>
                  </a:cubicBezTo>
                  <a:cubicBezTo>
                    <a:pt x="259496" y="49188"/>
                    <a:pt x="254035" y="49506"/>
                    <a:pt x="248891" y="50585"/>
                  </a:cubicBezTo>
                  <a:cubicBezTo>
                    <a:pt x="238287" y="52808"/>
                    <a:pt x="228952" y="57507"/>
                    <a:pt x="217967" y="58586"/>
                  </a:cubicBezTo>
                  <a:cubicBezTo>
                    <a:pt x="214538" y="58904"/>
                    <a:pt x="203679" y="60428"/>
                    <a:pt x="200949" y="58269"/>
                  </a:cubicBezTo>
                  <a:cubicBezTo>
                    <a:pt x="192186" y="51284"/>
                    <a:pt x="210220" y="45759"/>
                    <a:pt x="212569" y="45061"/>
                  </a:cubicBezTo>
                  <a:cubicBezTo>
                    <a:pt x="221586" y="42203"/>
                    <a:pt x="231238" y="40933"/>
                    <a:pt x="240509" y="39028"/>
                  </a:cubicBezTo>
                  <a:cubicBezTo>
                    <a:pt x="260956" y="34964"/>
                    <a:pt x="281403" y="30646"/>
                    <a:pt x="301152" y="23852"/>
                  </a:cubicBezTo>
                  <a:cubicBezTo>
                    <a:pt x="320202" y="17311"/>
                    <a:pt x="338109" y="7532"/>
                    <a:pt x="357667" y="2643"/>
                  </a:cubicBezTo>
                  <a:cubicBezTo>
                    <a:pt x="371891" y="-977"/>
                    <a:pt x="387893" y="-3136"/>
                    <a:pt x="396275" y="11787"/>
                  </a:cubicBezTo>
                  <a:cubicBezTo>
                    <a:pt x="398370" y="15597"/>
                    <a:pt x="397862" y="17565"/>
                    <a:pt x="402371" y="18835"/>
                  </a:cubicBezTo>
                  <a:cubicBezTo>
                    <a:pt x="407197" y="20296"/>
                    <a:pt x="412658" y="18454"/>
                    <a:pt x="417738" y="20042"/>
                  </a:cubicBezTo>
                  <a:cubicBezTo>
                    <a:pt x="425104" y="21820"/>
                    <a:pt x="428596" y="26709"/>
                    <a:pt x="428279" y="34774"/>
                  </a:cubicBezTo>
                  <a:cubicBezTo>
                    <a:pt x="428152" y="35726"/>
                    <a:pt x="428088" y="36679"/>
                    <a:pt x="428215" y="37631"/>
                  </a:cubicBezTo>
                  <a:cubicBezTo>
                    <a:pt x="429930" y="41187"/>
                    <a:pt x="430057" y="41505"/>
                    <a:pt x="434311" y="42203"/>
                  </a:cubicBezTo>
                  <a:cubicBezTo>
                    <a:pt x="442058" y="43410"/>
                    <a:pt x="452218" y="40743"/>
                    <a:pt x="459394" y="38393"/>
                  </a:cubicBezTo>
                  <a:cubicBezTo>
                    <a:pt x="463013" y="37250"/>
                    <a:pt x="466442" y="35790"/>
                    <a:pt x="469871" y="34202"/>
                  </a:cubicBezTo>
                  <a:cubicBezTo>
                    <a:pt x="472030" y="33123"/>
                    <a:pt x="474253" y="32043"/>
                    <a:pt x="476412" y="30964"/>
                  </a:cubicBezTo>
                  <a:cubicBezTo>
                    <a:pt x="482444" y="26392"/>
                    <a:pt x="487715" y="27979"/>
                    <a:pt x="492287" y="35726"/>
                  </a:cubicBezTo>
                  <a:cubicBezTo>
                    <a:pt x="491334" y="36679"/>
                    <a:pt x="491842" y="37949"/>
                    <a:pt x="492731" y="38520"/>
                  </a:cubicBezTo>
                  <a:cubicBezTo>
                    <a:pt x="486572" y="53189"/>
                    <a:pt x="468220" y="55665"/>
                    <a:pt x="453044" y="63476"/>
                  </a:cubicBezTo>
                  <a:cubicBezTo>
                    <a:pt x="439582" y="70334"/>
                    <a:pt x="422310" y="81319"/>
                    <a:pt x="412975" y="93448"/>
                  </a:cubicBezTo>
                  <a:cubicBezTo>
                    <a:pt x="409546" y="97893"/>
                    <a:pt x="407133" y="103735"/>
                    <a:pt x="408403" y="109450"/>
                  </a:cubicBezTo>
                  <a:cubicBezTo>
                    <a:pt x="410118" y="117197"/>
                    <a:pt x="418373" y="121007"/>
                    <a:pt x="420722" y="128563"/>
                  </a:cubicBezTo>
                  <a:cubicBezTo>
                    <a:pt x="425167" y="143232"/>
                    <a:pt x="417992" y="158980"/>
                    <a:pt x="427009" y="172632"/>
                  </a:cubicBezTo>
                  <a:cubicBezTo>
                    <a:pt x="427771" y="173775"/>
                    <a:pt x="429104" y="173648"/>
                    <a:pt x="429993" y="172950"/>
                  </a:cubicBezTo>
                  <a:cubicBezTo>
                    <a:pt x="430565" y="173140"/>
                    <a:pt x="431200" y="173013"/>
                    <a:pt x="431708" y="172378"/>
                  </a:cubicBezTo>
                  <a:cubicBezTo>
                    <a:pt x="447710" y="153836"/>
                    <a:pt x="464918" y="136374"/>
                    <a:pt x="472856" y="112688"/>
                  </a:cubicBezTo>
                  <a:cubicBezTo>
                    <a:pt x="476856" y="100814"/>
                    <a:pt x="479714" y="85891"/>
                    <a:pt x="489683" y="77319"/>
                  </a:cubicBezTo>
                  <a:cubicBezTo>
                    <a:pt x="495906" y="71985"/>
                    <a:pt x="508098" y="72302"/>
                    <a:pt x="510892" y="81002"/>
                  </a:cubicBezTo>
                  <a:cubicBezTo>
                    <a:pt x="511781" y="83796"/>
                    <a:pt x="511718" y="87034"/>
                    <a:pt x="511781" y="89955"/>
                  </a:cubicBezTo>
                  <a:cubicBezTo>
                    <a:pt x="511908" y="95035"/>
                    <a:pt x="511337" y="100179"/>
                    <a:pt x="511083" y="105259"/>
                  </a:cubicBezTo>
                  <a:cubicBezTo>
                    <a:pt x="510956" y="105386"/>
                    <a:pt x="510765" y="105513"/>
                    <a:pt x="510638" y="105576"/>
                  </a:cubicBezTo>
                  <a:cubicBezTo>
                    <a:pt x="510067" y="106148"/>
                    <a:pt x="510384" y="106973"/>
                    <a:pt x="510956" y="107354"/>
                  </a:cubicBezTo>
                  <a:cubicBezTo>
                    <a:pt x="510892" y="107735"/>
                    <a:pt x="510892" y="108180"/>
                    <a:pt x="510892" y="108561"/>
                  </a:cubicBezTo>
                  <a:cubicBezTo>
                    <a:pt x="510892" y="109323"/>
                    <a:pt x="512162" y="109513"/>
                    <a:pt x="512226" y="108751"/>
                  </a:cubicBezTo>
                  <a:cubicBezTo>
                    <a:pt x="512289" y="108180"/>
                    <a:pt x="512416" y="107608"/>
                    <a:pt x="512543" y="107037"/>
                  </a:cubicBezTo>
                  <a:cubicBezTo>
                    <a:pt x="515845" y="104497"/>
                    <a:pt x="519084" y="102020"/>
                    <a:pt x="522767" y="99988"/>
                  </a:cubicBezTo>
                  <a:cubicBezTo>
                    <a:pt x="525497" y="98401"/>
                    <a:pt x="528355" y="97131"/>
                    <a:pt x="531339" y="96051"/>
                  </a:cubicBezTo>
                  <a:cubicBezTo>
                    <a:pt x="534070" y="98337"/>
                    <a:pt x="536800" y="100623"/>
                    <a:pt x="539594" y="102846"/>
                  </a:cubicBezTo>
                  <a:cubicBezTo>
                    <a:pt x="540737" y="105449"/>
                    <a:pt x="539023" y="111101"/>
                    <a:pt x="539150" y="113958"/>
                  </a:cubicBezTo>
                  <a:cubicBezTo>
                    <a:pt x="539340" y="116244"/>
                    <a:pt x="539721" y="118594"/>
                    <a:pt x="540356" y="120753"/>
                  </a:cubicBezTo>
                  <a:cubicBezTo>
                    <a:pt x="541880" y="126404"/>
                    <a:pt x="544865" y="131548"/>
                    <a:pt x="548357" y="136183"/>
                  </a:cubicBezTo>
                  <a:cubicBezTo>
                    <a:pt x="554580" y="145073"/>
                    <a:pt x="570265" y="154916"/>
                    <a:pt x="561565" y="16723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7"/>
            <p:cNvSpPr/>
            <p:nvPr/>
          </p:nvSpPr>
          <p:spPr>
            <a:xfrm>
              <a:off x="-1722403" y="3384353"/>
              <a:ext cx="98344" cy="110816"/>
            </a:xfrm>
            <a:custGeom>
              <a:avLst/>
              <a:gdLst/>
              <a:ahLst/>
              <a:cxnLst/>
              <a:rect l="l" t="t" r="r" b="b"/>
              <a:pathLst>
                <a:path w="98344" h="110816" extrusionOk="0">
                  <a:moveTo>
                    <a:pt x="96964" y="103505"/>
                  </a:moveTo>
                  <a:cubicBezTo>
                    <a:pt x="97282" y="105410"/>
                    <a:pt x="97663" y="107315"/>
                    <a:pt x="98044" y="109220"/>
                  </a:cubicBezTo>
                  <a:cubicBezTo>
                    <a:pt x="93789" y="111570"/>
                    <a:pt x="90233" y="111316"/>
                    <a:pt x="87376" y="108522"/>
                  </a:cubicBezTo>
                  <a:cubicBezTo>
                    <a:pt x="75819" y="101854"/>
                    <a:pt x="66802" y="85916"/>
                    <a:pt x="59944" y="74803"/>
                  </a:cubicBezTo>
                  <a:cubicBezTo>
                    <a:pt x="56642" y="69405"/>
                    <a:pt x="53657" y="63500"/>
                    <a:pt x="55308" y="56833"/>
                  </a:cubicBezTo>
                  <a:cubicBezTo>
                    <a:pt x="55880" y="54420"/>
                    <a:pt x="57086" y="52324"/>
                    <a:pt x="57340" y="49784"/>
                  </a:cubicBezTo>
                  <a:cubicBezTo>
                    <a:pt x="57658" y="46291"/>
                    <a:pt x="56896" y="42863"/>
                    <a:pt x="55435" y="39624"/>
                  </a:cubicBezTo>
                  <a:cubicBezTo>
                    <a:pt x="51498" y="31242"/>
                    <a:pt x="43307" y="26289"/>
                    <a:pt x="35115" y="22923"/>
                  </a:cubicBezTo>
                  <a:cubicBezTo>
                    <a:pt x="20764" y="17145"/>
                    <a:pt x="8128" y="13081"/>
                    <a:pt x="0" y="0"/>
                  </a:cubicBezTo>
                  <a:cubicBezTo>
                    <a:pt x="64" y="64"/>
                    <a:pt x="64" y="64"/>
                    <a:pt x="127" y="64"/>
                  </a:cubicBezTo>
                  <a:cubicBezTo>
                    <a:pt x="698" y="508"/>
                    <a:pt x="1333" y="953"/>
                    <a:pt x="1714" y="1270"/>
                  </a:cubicBezTo>
                  <a:cubicBezTo>
                    <a:pt x="4445" y="3239"/>
                    <a:pt x="7557" y="5080"/>
                    <a:pt x="10858" y="5905"/>
                  </a:cubicBezTo>
                  <a:cubicBezTo>
                    <a:pt x="11938" y="6159"/>
                    <a:pt x="12636" y="5334"/>
                    <a:pt x="12636" y="4572"/>
                  </a:cubicBezTo>
                  <a:cubicBezTo>
                    <a:pt x="36068" y="12827"/>
                    <a:pt x="59880" y="20066"/>
                    <a:pt x="83121" y="28892"/>
                  </a:cubicBezTo>
                  <a:cubicBezTo>
                    <a:pt x="88392" y="30861"/>
                    <a:pt x="90995" y="32385"/>
                    <a:pt x="94551" y="37021"/>
                  </a:cubicBezTo>
                  <a:cubicBezTo>
                    <a:pt x="99568" y="43434"/>
                    <a:pt x="98552" y="48451"/>
                    <a:pt x="97409" y="56324"/>
                  </a:cubicBezTo>
                  <a:cubicBezTo>
                    <a:pt x="96583" y="62230"/>
                    <a:pt x="95631" y="68072"/>
                    <a:pt x="95314" y="74041"/>
                  </a:cubicBezTo>
                  <a:cubicBezTo>
                    <a:pt x="94932" y="81788"/>
                    <a:pt x="95250" y="89598"/>
                    <a:pt x="96139" y="97282"/>
                  </a:cubicBezTo>
                  <a:cubicBezTo>
                    <a:pt x="96266" y="99314"/>
                    <a:pt x="96647" y="101409"/>
                    <a:pt x="96964" y="10350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-1592927" y="3382896"/>
              <a:ext cx="397129" cy="307338"/>
            </a:xfrm>
            <a:custGeom>
              <a:avLst/>
              <a:gdLst/>
              <a:ahLst/>
              <a:cxnLst/>
              <a:rect l="l" t="t" r="r" b="b"/>
              <a:pathLst>
                <a:path w="397129" h="307338" extrusionOk="0">
                  <a:moveTo>
                    <a:pt x="397129" y="230564"/>
                  </a:moveTo>
                  <a:cubicBezTo>
                    <a:pt x="393383" y="232659"/>
                    <a:pt x="389636" y="234692"/>
                    <a:pt x="385826" y="236787"/>
                  </a:cubicBezTo>
                  <a:cubicBezTo>
                    <a:pt x="379667" y="236724"/>
                    <a:pt x="370459" y="226183"/>
                    <a:pt x="366141" y="221928"/>
                  </a:cubicBezTo>
                  <a:cubicBezTo>
                    <a:pt x="361125" y="217039"/>
                    <a:pt x="356489" y="211768"/>
                    <a:pt x="351790" y="206625"/>
                  </a:cubicBezTo>
                  <a:cubicBezTo>
                    <a:pt x="342138" y="196211"/>
                    <a:pt x="331851" y="186940"/>
                    <a:pt x="319596" y="179637"/>
                  </a:cubicBezTo>
                  <a:cubicBezTo>
                    <a:pt x="312547" y="175446"/>
                    <a:pt x="299021" y="166493"/>
                    <a:pt x="290195" y="170874"/>
                  </a:cubicBezTo>
                  <a:cubicBezTo>
                    <a:pt x="281432" y="175256"/>
                    <a:pt x="282512" y="189734"/>
                    <a:pt x="283528" y="197608"/>
                  </a:cubicBezTo>
                  <a:cubicBezTo>
                    <a:pt x="284163" y="202942"/>
                    <a:pt x="285496" y="208022"/>
                    <a:pt x="287147" y="212975"/>
                  </a:cubicBezTo>
                  <a:cubicBezTo>
                    <a:pt x="286957" y="213292"/>
                    <a:pt x="286957" y="213737"/>
                    <a:pt x="287211" y="214181"/>
                  </a:cubicBezTo>
                  <a:cubicBezTo>
                    <a:pt x="287528" y="214880"/>
                    <a:pt x="287973" y="215515"/>
                    <a:pt x="288290" y="216150"/>
                  </a:cubicBezTo>
                  <a:cubicBezTo>
                    <a:pt x="291275" y="224024"/>
                    <a:pt x="295212" y="231517"/>
                    <a:pt x="299466" y="238946"/>
                  </a:cubicBezTo>
                  <a:cubicBezTo>
                    <a:pt x="300038" y="240089"/>
                    <a:pt x="301435" y="239518"/>
                    <a:pt x="301625" y="238502"/>
                  </a:cubicBezTo>
                  <a:cubicBezTo>
                    <a:pt x="302832" y="240534"/>
                    <a:pt x="304102" y="242565"/>
                    <a:pt x="305308" y="244534"/>
                  </a:cubicBezTo>
                  <a:cubicBezTo>
                    <a:pt x="311214" y="254313"/>
                    <a:pt x="319596" y="264664"/>
                    <a:pt x="322580" y="275840"/>
                  </a:cubicBezTo>
                  <a:cubicBezTo>
                    <a:pt x="326962" y="291715"/>
                    <a:pt x="313627" y="312606"/>
                    <a:pt x="295402" y="306129"/>
                  </a:cubicBezTo>
                  <a:cubicBezTo>
                    <a:pt x="284988" y="302446"/>
                    <a:pt x="277876" y="291016"/>
                    <a:pt x="271463" y="282634"/>
                  </a:cubicBezTo>
                  <a:cubicBezTo>
                    <a:pt x="264922" y="274062"/>
                    <a:pt x="258636" y="265362"/>
                    <a:pt x="252540" y="256409"/>
                  </a:cubicBezTo>
                  <a:cubicBezTo>
                    <a:pt x="248412" y="250376"/>
                    <a:pt x="245364" y="247900"/>
                    <a:pt x="246761" y="240343"/>
                  </a:cubicBezTo>
                  <a:cubicBezTo>
                    <a:pt x="248476" y="231263"/>
                    <a:pt x="250127" y="235834"/>
                    <a:pt x="256413" y="232659"/>
                  </a:cubicBezTo>
                  <a:cubicBezTo>
                    <a:pt x="267335" y="227135"/>
                    <a:pt x="256032" y="213419"/>
                    <a:pt x="250254" y="208466"/>
                  </a:cubicBezTo>
                  <a:cubicBezTo>
                    <a:pt x="244285" y="203322"/>
                    <a:pt x="237109" y="199830"/>
                    <a:pt x="230061" y="196338"/>
                  </a:cubicBezTo>
                  <a:cubicBezTo>
                    <a:pt x="226505" y="194623"/>
                    <a:pt x="222695" y="192972"/>
                    <a:pt x="219329" y="190813"/>
                  </a:cubicBezTo>
                  <a:cubicBezTo>
                    <a:pt x="210693" y="185034"/>
                    <a:pt x="212662" y="180272"/>
                    <a:pt x="212916" y="171446"/>
                  </a:cubicBezTo>
                  <a:cubicBezTo>
                    <a:pt x="213170" y="163190"/>
                    <a:pt x="211455" y="156777"/>
                    <a:pt x="206502" y="150046"/>
                  </a:cubicBezTo>
                  <a:cubicBezTo>
                    <a:pt x="200596" y="141918"/>
                    <a:pt x="190754" y="137156"/>
                    <a:pt x="185420" y="128710"/>
                  </a:cubicBezTo>
                  <a:cubicBezTo>
                    <a:pt x="178435" y="117725"/>
                    <a:pt x="187008" y="111692"/>
                    <a:pt x="185293" y="101215"/>
                  </a:cubicBezTo>
                  <a:cubicBezTo>
                    <a:pt x="184277" y="94865"/>
                    <a:pt x="179261" y="89658"/>
                    <a:pt x="174308" y="85975"/>
                  </a:cubicBezTo>
                  <a:cubicBezTo>
                    <a:pt x="159703" y="75243"/>
                    <a:pt x="139700" y="71370"/>
                    <a:pt x="122682" y="66290"/>
                  </a:cubicBezTo>
                  <a:cubicBezTo>
                    <a:pt x="110744" y="62734"/>
                    <a:pt x="98806" y="58860"/>
                    <a:pt x="87693" y="53018"/>
                  </a:cubicBezTo>
                  <a:cubicBezTo>
                    <a:pt x="77851" y="47875"/>
                    <a:pt x="68898" y="41080"/>
                    <a:pt x="58738" y="36572"/>
                  </a:cubicBezTo>
                  <a:cubicBezTo>
                    <a:pt x="40196" y="28253"/>
                    <a:pt x="18352" y="30539"/>
                    <a:pt x="826" y="19998"/>
                  </a:cubicBezTo>
                  <a:cubicBezTo>
                    <a:pt x="699" y="19681"/>
                    <a:pt x="508" y="19427"/>
                    <a:pt x="0" y="19363"/>
                  </a:cubicBezTo>
                  <a:cubicBezTo>
                    <a:pt x="762" y="17903"/>
                    <a:pt x="1524" y="16506"/>
                    <a:pt x="2286" y="15109"/>
                  </a:cubicBezTo>
                  <a:cubicBezTo>
                    <a:pt x="3874" y="15172"/>
                    <a:pt x="5525" y="15363"/>
                    <a:pt x="7112" y="15553"/>
                  </a:cubicBezTo>
                  <a:cubicBezTo>
                    <a:pt x="10224" y="15934"/>
                    <a:pt x="13399" y="16378"/>
                    <a:pt x="16637" y="16759"/>
                  </a:cubicBezTo>
                  <a:cubicBezTo>
                    <a:pt x="22924" y="17522"/>
                    <a:pt x="29274" y="18347"/>
                    <a:pt x="35560" y="19109"/>
                  </a:cubicBezTo>
                  <a:cubicBezTo>
                    <a:pt x="37084" y="19300"/>
                    <a:pt x="37783" y="17395"/>
                    <a:pt x="37211" y="16252"/>
                  </a:cubicBezTo>
                  <a:cubicBezTo>
                    <a:pt x="34290" y="10790"/>
                    <a:pt x="30925" y="5711"/>
                    <a:pt x="27178" y="884"/>
                  </a:cubicBezTo>
                  <a:cubicBezTo>
                    <a:pt x="41339" y="-1338"/>
                    <a:pt x="57976" y="1139"/>
                    <a:pt x="71882" y="2726"/>
                  </a:cubicBezTo>
                  <a:cubicBezTo>
                    <a:pt x="88138" y="4568"/>
                    <a:pt x="103632" y="8505"/>
                    <a:pt x="118745" y="14728"/>
                  </a:cubicBezTo>
                  <a:cubicBezTo>
                    <a:pt x="150114" y="27555"/>
                    <a:pt x="180912" y="42033"/>
                    <a:pt x="211963" y="55749"/>
                  </a:cubicBezTo>
                  <a:cubicBezTo>
                    <a:pt x="226568" y="62162"/>
                    <a:pt x="241618" y="67687"/>
                    <a:pt x="253365" y="78863"/>
                  </a:cubicBezTo>
                  <a:cubicBezTo>
                    <a:pt x="263525" y="88578"/>
                    <a:pt x="272606" y="97405"/>
                    <a:pt x="284798" y="104644"/>
                  </a:cubicBezTo>
                  <a:cubicBezTo>
                    <a:pt x="310071" y="119820"/>
                    <a:pt x="333502" y="136711"/>
                    <a:pt x="354775" y="157031"/>
                  </a:cubicBezTo>
                  <a:cubicBezTo>
                    <a:pt x="342202" y="152713"/>
                    <a:pt x="329311" y="149538"/>
                    <a:pt x="316103" y="147379"/>
                  </a:cubicBezTo>
                  <a:cubicBezTo>
                    <a:pt x="314770" y="147189"/>
                    <a:pt x="313754" y="147887"/>
                    <a:pt x="313627" y="149221"/>
                  </a:cubicBezTo>
                  <a:cubicBezTo>
                    <a:pt x="312484" y="160778"/>
                    <a:pt x="326327" y="162302"/>
                    <a:pt x="334074" y="166493"/>
                  </a:cubicBezTo>
                  <a:cubicBezTo>
                    <a:pt x="348552" y="174494"/>
                    <a:pt x="355600" y="187384"/>
                    <a:pt x="366141" y="199259"/>
                  </a:cubicBezTo>
                  <a:cubicBezTo>
                    <a:pt x="371221" y="204910"/>
                    <a:pt x="377317" y="209292"/>
                    <a:pt x="383223" y="214054"/>
                  </a:cubicBezTo>
                  <a:cubicBezTo>
                    <a:pt x="385699" y="216022"/>
                    <a:pt x="388239" y="218055"/>
                    <a:pt x="390398" y="220340"/>
                  </a:cubicBezTo>
                  <a:cubicBezTo>
                    <a:pt x="393256" y="223452"/>
                    <a:pt x="395542" y="226754"/>
                    <a:pt x="397129" y="23056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-1277852" y="3656432"/>
              <a:ext cx="292298" cy="606315"/>
            </a:xfrm>
            <a:custGeom>
              <a:avLst/>
              <a:gdLst/>
              <a:ahLst/>
              <a:cxnLst/>
              <a:rect l="l" t="t" r="r" b="b"/>
              <a:pathLst>
                <a:path w="292298" h="606315" extrusionOk="0">
                  <a:moveTo>
                    <a:pt x="290015" y="544657"/>
                  </a:moveTo>
                  <a:cubicBezTo>
                    <a:pt x="287031" y="565549"/>
                    <a:pt x="281633" y="585996"/>
                    <a:pt x="276045" y="606316"/>
                  </a:cubicBezTo>
                  <a:cubicBezTo>
                    <a:pt x="269505" y="557548"/>
                    <a:pt x="263980" y="508526"/>
                    <a:pt x="256170" y="460012"/>
                  </a:cubicBezTo>
                  <a:cubicBezTo>
                    <a:pt x="253693" y="444708"/>
                    <a:pt x="247343" y="428452"/>
                    <a:pt x="229817" y="426611"/>
                  </a:cubicBezTo>
                  <a:cubicBezTo>
                    <a:pt x="212482" y="424833"/>
                    <a:pt x="198829" y="437215"/>
                    <a:pt x="188923" y="449852"/>
                  </a:cubicBezTo>
                  <a:cubicBezTo>
                    <a:pt x="177112" y="464838"/>
                    <a:pt x="153236" y="502874"/>
                    <a:pt x="131646" y="479380"/>
                  </a:cubicBezTo>
                  <a:cubicBezTo>
                    <a:pt x="116279" y="462615"/>
                    <a:pt x="103897" y="443311"/>
                    <a:pt x="89355" y="425849"/>
                  </a:cubicBezTo>
                  <a:cubicBezTo>
                    <a:pt x="82497" y="417657"/>
                    <a:pt x="75258" y="409783"/>
                    <a:pt x="67130" y="402735"/>
                  </a:cubicBezTo>
                  <a:cubicBezTo>
                    <a:pt x="59129" y="395686"/>
                    <a:pt x="49985" y="389844"/>
                    <a:pt x="42683" y="382034"/>
                  </a:cubicBezTo>
                  <a:cubicBezTo>
                    <a:pt x="26109" y="364000"/>
                    <a:pt x="27506" y="338854"/>
                    <a:pt x="24903" y="316184"/>
                  </a:cubicBezTo>
                  <a:cubicBezTo>
                    <a:pt x="23887" y="307294"/>
                    <a:pt x="22299" y="298468"/>
                    <a:pt x="18870" y="290149"/>
                  </a:cubicBezTo>
                  <a:cubicBezTo>
                    <a:pt x="16330" y="283990"/>
                    <a:pt x="12203" y="278275"/>
                    <a:pt x="10361" y="271861"/>
                  </a:cubicBezTo>
                  <a:cubicBezTo>
                    <a:pt x="8202" y="264368"/>
                    <a:pt x="9155" y="256113"/>
                    <a:pt x="9472" y="248430"/>
                  </a:cubicBezTo>
                  <a:cubicBezTo>
                    <a:pt x="10361" y="222585"/>
                    <a:pt x="12203" y="196296"/>
                    <a:pt x="11695" y="170452"/>
                  </a:cubicBezTo>
                  <a:cubicBezTo>
                    <a:pt x="16584" y="145242"/>
                    <a:pt x="15822" y="119271"/>
                    <a:pt x="8329" y="94633"/>
                  </a:cubicBezTo>
                  <a:cubicBezTo>
                    <a:pt x="5091" y="83901"/>
                    <a:pt x="-10975" y="50183"/>
                    <a:pt x="12711" y="51834"/>
                  </a:cubicBezTo>
                  <a:cubicBezTo>
                    <a:pt x="17918" y="52151"/>
                    <a:pt x="23950" y="54501"/>
                    <a:pt x="27570" y="49357"/>
                  </a:cubicBezTo>
                  <a:cubicBezTo>
                    <a:pt x="29411" y="46754"/>
                    <a:pt x="29284" y="43071"/>
                    <a:pt x="29602" y="39959"/>
                  </a:cubicBezTo>
                  <a:cubicBezTo>
                    <a:pt x="30554" y="31324"/>
                    <a:pt x="31824" y="22370"/>
                    <a:pt x="36079" y="14623"/>
                  </a:cubicBezTo>
                  <a:cubicBezTo>
                    <a:pt x="40270" y="7130"/>
                    <a:pt x="47890" y="399"/>
                    <a:pt x="56843" y="18"/>
                  </a:cubicBezTo>
                  <a:cubicBezTo>
                    <a:pt x="65416" y="-363"/>
                    <a:pt x="71639" y="5479"/>
                    <a:pt x="76465" y="11702"/>
                  </a:cubicBezTo>
                  <a:cubicBezTo>
                    <a:pt x="85990" y="23957"/>
                    <a:pt x="97801" y="45484"/>
                    <a:pt x="116660" y="36276"/>
                  </a:cubicBezTo>
                  <a:cubicBezTo>
                    <a:pt x="117676" y="35768"/>
                    <a:pt x="117803" y="34435"/>
                    <a:pt x="117359" y="33546"/>
                  </a:cubicBezTo>
                  <a:cubicBezTo>
                    <a:pt x="113485" y="25799"/>
                    <a:pt x="112469" y="18052"/>
                    <a:pt x="114120" y="9860"/>
                  </a:cubicBezTo>
                  <a:cubicBezTo>
                    <a:pt x="116724" y="11575"/>
                    <a:pt x="119899" y="11765"/>
                    <a:pt x="123391" y="10559"/>
                  </a:cubicBezTo>
                  <a:cubicBezTo>
                    <a:pt x="125741" y="9733"/>
                    <a:pt x="127582" y="8019"/>
                    <a:pt x="129678" y="6558"/>
                  </a:cubicBezTo>
                  <a:cubicBezTo>
                    <a:pt x="133805" y="3701"/>
                    <a:pt x="137044" y="2113"/>
                    <a:pt x="140917" y="2494"/>
                  </a:cubicBezTo>
                  <a:cubicBezTo>
                    <a:pt x="140727" y="3447"/>
                    <a:pt x="141044" y="4653"/>
                    <a:pt x="142314" y="5034"/>
                  </a:cubicBezTo>
                  <a:cubicBezTo>
                    <a:pt x="163396" y="11829"/>
                    <a:pt x="171715" y="33165"/>
                    <a:pt x="178065" y="52469"/>
                  </a:cubicBezTo>
                  <a:cubicBezTo>
                    <a:pt x="184224" y="71138"/>
                    <a:pt x="192098" y="88537"/>
                    <a:pt x="200925" y="106063"/>
                  </a:cubicBezTo>
                  <a:cubicBezTo>
                    <a:pt x="219721" y="143528"/>
                    <a:pt x="235913" y="182072"/>
                    <a:pt x="248423" y="222141"/>
                  </a:cubicBezTo>
                  <a:cubicBezTo>
                    <a:pt x="273696" y="303738"/>
                    <a:pt x="282332" y="388955"/>
                    <a:pt x="290333" y="473601"/>
                  </a:cubicBezTo>
                  <a:cubicBezTo>
                    <a:pt x="292555" y="497477"/>
                    <a:pt x="293444" y="520972"/>
                    <a:pt x="290015" y="5446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-2037169" y="4093698"/>
              <a:ext cx="605062" cy="748170"/>
            </a:xfrm>
            <a:custGeom>
              <a:avLst/>
              <a:gdLst/>
              <a:ahLst/>
              <a:cxnLst/>
              <a:rect l="l" t="t" r="r" b="b"/>
              <a:pathLst>
                <a:path w="605062" h="748170" extrusionOk="0">
                  <a:moveTo>
                    <a:pt x="566289" y="359106"/>
                  </a:moveTo>
                  <a:cubicBezTo>
                    <a:pt x="546668" y="385585"/>
                    <a:pt x="557526" y="418351"/>
                    <a:pt x="543874" y="446799"/>
                  </a:cubicBezTo>
                  <a:cubicBezTo>
                    <a:pt x="530602" y="474295"/>
                    <a:pt x="502853" y="491757"/>
                    <a:pt x="477516" y="506743"/>
                  </a:cubicBezTo>
                  <a:cubicBezTo>
                    <a:pt x="454085" y="520650"/>
                    <a:pt x="429383" y="534747"/>
                    <a:pt x="412556" y="556718"/>
                  </a:cubicBezTo>
                  <a:cubicBezTo>
                    <a:pt x="403666" y="568275"/>
                    <a:pt x="400046" y="581927"/>
                    <a:pt x="392744" y="594183"/>
                  </a:cubicBezTo>
                  <a:cubicBezTo>
                    <a:pt x="384933" y="607264"/>
                    <a:pt x="372170" y="610947"/>
                    <a:pt x="359025" y="616471"/>
                  </a:cubicBezTo>
                  <a:cubicBezTo>
                    <a:pt x="344992" y="622313"/>
                    <a:pt x="340039" y="629679"/>
                    <a:pt x="333689" y="642951"/>
                  </a:cubicBezTo>
                  <a:cubicBezTo>
                    <a:pt x="326196" y="658699"/>
                    <a:pt x="308606" y="660350"/>
                    <a:pt x="296732" y="671526"/>
                  </a:cubicBezTo>
                  <a:cubicBezTo>
                    <a:pt x="278507" y="688671"/>
                    <a:pt x="277491" y="716547"/>
                    <a:pt x="292350" y="735089"/>
                  </a:cubicBezTo>
                  <a:cubicBezTo>
                    <a:pt x="292795" y="736677"/>
                    <a:pt x="293303" y="738201"/>
                    <a:pt x="294128" y="739598"/>
                  </a:cubicBezTo>
                  <a:cubicBezTo>
                    <a:pt x="296033" y="742709"/>
                    <a:pt x="298700" y="742963"/>
                    <a:pt x="300796" y="745376"/>
                  </a:cubicBezTo>
                  <a:cubicBezTo>
                    <a:pt x="304288" y="745821"/>
                    <a:pt x="303780" y="746710"/>
                    <a:pt x="299335" y="748170"/>
                  </a:cubicBezTo>
                  <a:cubicBezTo>
                    <a:pt x="297621" y="747535"/>
                    <a:pt x="295970" y="746900"/>
                    <a:pt x="294319" y="746265"/>
                  </a:cubicBezTo>
                  <a:cubicBezTo>
                    <a:pt x="291588" y="745059"/>
                    <a:pt x="289112" y="743408"/>
                    <a:pt x="286572" y="741757"/>
                  </a:cubicBezTo>
                  <a:cubicBezTo>
                    <a:pt x="281111" y="738137"/>
                    <a:pt x="276158" y="733629"/>
                    <a:pt x="270760" y="729819"/>
                  </a:cubicBezTo>
                  <a:cubicBezTo>
                    <a:pt x="260219" y="722262"/>
                    <a:pt x="243963" y="719913"/>
                    <a:pt x="237042" y="708483"/>
                  </a:cubicBezTo>
                  <a:cubicBezTo>
                    <a:pt x="232470" y="700990"/>
                    <a:pt x="229168" y="692608"/>
                    <a:pt x="225866" y="684289"/>
                  </a:cubicBezTo>
                  <a:cubicBezTo>
                    <a:pt x="226564" y="683718"/>
                    <a:pt x="226945" y="682702"/>
                    <a:pt x="226310" y="681876"/>
                  </a:cubicBezTo>
                  <a:cubicBezTo>
                    <a:pt x="225231" y="680416"/>
                    <a:pt x="224151" y="678892"/>
                    <a:pt x="223072" y="677495"/>
                  </a:cubicBezTo>
                  <a:cubicBezTo>
                    <a:pt x="221357" y="673367"/>
                    <a:pt x="219579" y="669240"/>
                    <a:pt x="217611" y="665366"/>
                  </a:cubicBezTo>
                  <a:cubicBezTo>
                    <a:pt x="217166" y="664541"/>
                    <a:pt x="215896" y="665112"/>
                    <a:pt x="216150" y="665938"/>
                  </a:cubicBezTo>
                  <a:cubicBezTo>
                    <a:pt x="216531" y="667144"/>
                    <a:pt x="216976" y="668414"/>
                    <a:pt x="217420" y="669621"/>
                  </a:cubicBezTo>
                  <a:cubicBezTo>
                    <a:pt x="203196" y="649555"/>
                    <a:pt x="190369" y="628663"/>
                    <a:pt x="182686" y="605105"/>
                  </a:cubicBezTo>
                  <a:cubicBezTo>
                    <a:pt x="172399" y="573736"/>
                    <a:pt x="175066" y="541033"/>
                    <a:pt x="172526" y="508585"/>
                  </a:cubicBezTo>
                  <a:cubicBezTo>
                    <a:pt x="170811" y="486296"/>
                    <a:pt x="165985" y="463627"/>
                    <a:pt x="153476" y="444767"/>
                  </a:cubicBezTo>
                  <a:cubicBezTo>
                    <a:pt x="147951" y="436385"/>
                    <a:pt x="140903" y="428956"/>
                    <a:pt x="132457" y="423558"/>
                  </a:cubicBezTo>
                  <a:cubicBezTo>
                    <a:pt x="122043" y="416827"/>
                    <a:pt x="109915" y="414795"/>
                    <a:pt x="98548" y="410350"/>
                  </a:cubicBezTo>
                  <a:cubicBezTo>
                    <a:pt x="71815" y="399873"/>
                    <a:pt x="68957" y="372885"/>
                    <a:pt x="62417" y="348438"/>
                  </a:cubicBezTo>
                  <a:cubicBezTo>
                    <a:pt x="60067" y="339548"/>
                    <a:pt x="57146" y="330594"/>
                    <a:pt x="52130" y="322784"/>
                  </a:cubicBezTo>
                  <a:cubicBezTo>
                    <a:pt x="46097" y="313322"/>
                    <a:pt x="37271" y="306909"/>
                    <a:pt x="28444" y="300305"/>
                  </a:cubicBezTo>
                  <a:cubicBezTo>
                    <a:pt x="14982" y="290272"/>
                    <a:pt x="-1845" y="276111"/>
                    <a:pt x="4759" y="257061"/>
                  </a:cubicBezTo>
                  <a:cubicBezTo>
                    <a:pt x="7870" y="248044"/>
                    <a:pt x="16824" y="239154"/>
                    <a:pt x="14919" y="228931"/>
                  </a:cubicBezTo>
                  <a:cubicBezTo>
                    <a:pt x="14030" y="223914"/>
                    <a:pt x="10728" y="221882"/>
                    <a:pt x="7426" y="218390"/>
                  </a:cubicBezTo>
                  <a:cubicBezTo>
                    <a:pt x="1457" y="212103"/>
                    <a:pt x="-1274" y="206325"/>
                    <a:pt x="568" y="197308"/>
                  </a:cubicBezTo>
                  <a:cubicBezTo>
                    <a:pt x="3616" y="182131"/>
                    <a:pt x="17713" y="171971"/>
                    <a:pt x="25841" y="159462"/>
                  </a:cubicBezTo>
                  <a:cubicBezTo>
                    <a:pt x="33524" y="147778"/>
                    <a:pt x="38477" y="134379"/>
                    <a:pt x="40382" y="120600"/>
                  </a:cubicBezTo>
                  <a:cubicBezTo>
                    <a:pt x="42160" y="107519"/>
                    <a:pt x="38604" y="93231"/>
                    <a:pt x="42287" y="80595"/>
                  </a:cubicBezTo>
                  <a:cubicBezTo>
                    <a:pt x="44954" y="71578"/>
                    <a:pt x="53463" y="67895"/>
                    <a:pt x="60194" y="62116"/>
                  </a:cubicBezTo>
                  <a:cubicBezTo>
                    <a:pt x="60702" y="62561"/>
                    <a:pt x="61528" y="62624"/>
                    <a:pt x="61845" y="61926"/>
                  </a:cubicBezTo>
                  <a:cubicBezTo>
                    <a:pt x="62226" y="61037"/>
                    <a:pt x="62671" y="60211"/>
                    <a:pt x="63052" y="59322"/>
                  </a:cubicBezTo>
                  <a:cubicBezTo>
                    <a:pt x="64195" y="58052"/>
                    <a:pt x="65274" y="56719"/>
                    <a:pt x="66100" y="55195"/>
                  </a:cubicBezTo>
                  <a:cubicBezTo>
                    <a:pt x="67497" y="52718"/>
                    <a:pt x="68640" y="49924"/>
                    <a:pt x="69719" y="47003"/>
                  </a:cubicBezTo>
                  <a:cubicBezTo>
                    <a:pt x="76260" y="36399"/>
                    <a:pt x="84388" y="26810"/>
                    <a:pt x="94040" y="18873"/>
                  </a:cubicBezTo>
                  <a:cubicBezTo>
                    <a:pt x="101152" y="13031"/>
                    <a:pt x="108962" y="7951"/>
                    <a:pt x="117344" y="4014"/>
                  </a:cubicBezTo>
                  <a:cubicBezTo>
                    <a:pt x="123885" y="902"/>
                    <a:pt x="134489" y="-3289"/>
                    <a:pt x="139188" y="4204"/>
                  </a:cubicBezTo>
                  <a:cubicBezTo>
                    <a:pt x="142173" y="8840"/>
                    <a:pt x="141157" y="15634"/>
                    <a:pt x="140268" y="20778"/>
                  </a:cubicBezTo>
                  <a:cubicBezTo>
                    <a:pt x="140077" y="21984"/>
                    <a:pt x="140712" y="23127"/>
                    <a:pt x="142109" y="23127"/>
                  </a:cubicBezTo>
                  <a:cubicBezTo>
                    <a:pt x="163826" y="23445"/>
                    <a:pt x="185480" y="24207"/>
                    <a:pt x="207133" y="25731"/>
                  </a:cubicBezTo>
                  <a:cubicBezTo>
                    <a:pt x="218436" y="26493"/>
                    <a:pt x="231136" y="26302"/>
                    <a:pt x="242122" y="29287"/>
                  </a:cubicBezTo>
                  <a:cubicBezTo>
                    <a:pt x="253107" y="32271"/>
                    <a:pt x="258949" y="40209"/>
                    <a:pt x="263902" y="49861"/>
                  </a:cubicBezTo>
                  <a:cubicBezTo>
                    <a:pt x="271078" y="63894"/>
                    <a:pt x="277174" y="76721"/>
                    <a:pt x="289620" y="87008"/>
                  </a:cubicBezTo>
                  <a:cubicBezTo>
                    <a:pt x="301050" y="96406"/>
                    <a:pt x="315020" y="102566"/>
                    <a:pt x="329625" y="104471"/>
                  </a:cubicBezTo>
                  <a:cubicBezTo>
                    <a:pt x="337435" y="105487"/>
                    <a:pt x="344674" y="104407"/>
                    <a:pt x="352485" y="104090"/>
                  </a:cubicBezTo>
                  <a:cubicBezTo>
                    <a:pt x="366455" y="103518"/>
                    <a:pt x="373694" y="111773"/>
                    <a:pt x="382266" y="121425"/>
                  </a:cubicBezTo>
                  <a:cubicBezTo>
                    <a:pt x="395982" y="136856"/>
                    <a:pt x="410143" y="155779"/>
                    <a:pt x="405444" y="177750"/>
                  </a:cubicBezTo>
                  <a:cubicBezTo>
                    <a:pt x="402967" y="189116"/>
                    <a:pt x="396300" y="193752"/>
                    <a:pt x="387791" y="200610"/>
                  </a:cubicBezTo>
                  <a:cubicBezTo>
                    <a:pt x="384489" y="203277"/>
                    <a:pt x="381123" y="206388"/>
                    <a:pt x="382266" y="211087"/>
                  </a:cubicBezTo>
                  <a:cubicBezTo>
                    <a:pt x="384171" y="219215"/>
                    <a:pt x="397633" y="222200"/>
                    <a:pt x="407603" y="223470"/>
                  </a:cubicBezTo>
                  <a:cubicBezTo>
                    <a:pt x="413064" y="227343"/>
                    <a:pt x="420176" y="225756"/>
                    <a:pt x="425573" y="221438"/>
                  </a:cubicBezTo>
                  <a:cubicBezTo>
                    <a:pt x="431098" y="216929"/>
                    <a:pt x="434400" y="210008"/>
                    <a:pt x="440559" y="206198"/>
                  </a:cubicBezTo>
                  <a:cubicBezTo>
                    <a:pt x="446719" y="202324"/>
                    <a:pt x="454466" y="201562"/>
                    <a:pt x="461514" y="203023"/>
                  </a:cubicBezTo>
                  <a:cubicBezTo>
                    <a:pt x="467674" y="204356"/>
                    <a:pt x="473579" y="207468"/>
                    <a:pt x="477834" y="212103"/>
                  </a:cubicBezTo>
                  <a:cubicBezTo>
                    <a:pt x="482977" y="217755"/>
                    <a:pt x="482469" y="223914"/>
                    <a:pt x="485581" y="230391"/>
                  </a:cubicBezTo>
                  <a:cubicBezTo>
                    <a:pt x="490978" y="241631"/>
                    <a:pt x="504948" y="236043"/>
                    <a:pt x="514473" y="235090"/>
                  </a:cubicBezTo>
                  <a:cubicBezTo>
                    <a:pt x="533269" y="233122"/>
                    <a:pt x="553970" y="232868"/>
                    <a:pt x="572322" y="237694"/>
                  </a:cubicBezTo>
                  <a:cubicBezTo>
                    <a:pt x="589848" y="242266"/>
                    <a:pt x="600960" y="255855"/>
                    <a:pt x="604135" y="273381"/>
                  </a:cubicBezTo>
                  <a:cubicBezTo>
                    <a:pt x="610231" y="307544"/>
                    <a:pt x="584958" y="333960"/>
                    <a:pt x="566289" y="35910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" name="Google Shape;138;p7"/>
          <p:cNvGrpSpPr/>
          <p:nvPr/>
        </p:nvGrpSpPr>
        <p:grpSpPr>
          <a:xfrm>
            <a:off x="-656094" y="-717759"/>
            <a:ext cx="2243736" cy="3618127"/>
            <a:chOff x="-656094" y="-717759"/>
            <a:chExt cx="2243736" cy="3618127"/>
          </a:xfrm>
        </p:grpSpPr>
        <p:sp>
          <p:nvSpPr>
            <p:cNvPr id="139" name="Google Shape;139;p7"/>
            <p:cNvSpPr/>
            <p:nvPr/>
          </p:nvSpPr>
          <p:spPr>
            <a:xfrm rot="7222703" flipH="1">
              <a:off x="-1307838" y="1016281"/>
              <a:ext cx="3590965" cy="445127"/>
            </a:xfrm>
            <a:custGeom>
              <a:avLst/>
              <a:gdLst/>
              <a:ahLst/>
              <a:cxnLst/>
              <a:rect l="l" t="t" r="r" b="b"/>
              <a:pathLst>
                <a:path w="624585" h="77422" extrusionOk="0">
                  <a:moveTo>
                    <a:pt x="0" y="69331"/>
                  </a:moveTo>
                  <a:cubicBezTo>
                    <a:pt x="32957" y="25326"/>
                    <a:pt x="89090" y="3228"/>
                    <a:pt x="144018" y="370"/>
                  </a:cubicBezTo>
                  <a:cubicBezTo>
                    <a:pt x="198945" y="-2487"/>
                    <a:pt x="253238" y="11610"/>
                    <a:pt x="305626" y="28310"/>
                  </a:cubicBezTo>
                  <a:cubicBezTo>
                    <a:pt x="358013" y="45011"/>
                    <a:pt x="409829" y="64569"/>
                    <a:pt x="464121" y="73205"/>
                  </a:cubicBezTo>
                  <a:cubicBezTo>
                    <a:pt x="518414" y="81777"/>
                    <a:pt x="576580" y="78539"/>
                    <a:pt x="624586" y="51742"/>
                  </a:cubicBezTo>
                </a:path>
              </a:pathLst>
            </a:custGeom>
            <a:noFill/>
            <a:ln w="12700" cap="rnd" cmpd="sng">
              <a:solidFill>
                <a:schemeClr val="accent5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0" name="Google Shape;140;p7"/>
            <p:cNvGrpSpPr/>
            <p:nvPr/>
          </p:nvGrpSpPr>
          <p:grpSpPr>
            <a:xfrm rot="-3110679" flipH="1">
              <a:off x="-865390" y="102896"/>
              <a:ext cx="2394148" cy="631368"/>
              <a:chOff x="3970718" y="1375536"/>
              <a:chExt cx="368172" cy="97092"/>
            </a:xfrm>
          </p:grpSpPr>
          <p:sp>
            <p:nvSpPr>
              <p:cNvPr id="141" name="Google Shape;141;p7"/>
              <p:cNvSpPr/>
              <p:nvPr/>
            </p:nvSpPr>
            <p:spPr>
              <a:xfrm>
                <a:off x="3970718" y="1379156"/>
                <a:ext cx="18351" cy="4952"/>
              </a:xfrm>
              <a:custGeom>
                <a:avLst/>
                <a:gdLst/>
                <a:ahLst/>
                <a:cxnLst/>
                <a:rect l="l" t="t" r="r" b="b"/>
                <a:pathLst>
                  <a:path w="18351" h="4952" extrusionOk="0">
                    <a:moveTo>
                      <a:pt x="0" y="4953"/>
                    </a:moveTo>
                    <a:cubicBezTo>
                      <a:pt x="0" y="4953"/>
                      <a:pt x="7176" y="2349"/>
                      <a:pt x="18352" y="0"/>
                    </a:cubicBezTo>
                  </a:path>
                </a:pathLst>
              </a:custGeom>
              <a:noFill/>
              <a:ln w="12700" cap="rnd" cmpd="sng">
                <a:solidFill>
                  <a:schemeClr val="accent5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7"/>
              <p:cNvSpPr/>
              <p:nvPr/>
            </p:nvSpPr>
            <p:spPr>
              <a:xfrm>
                <a:off x="4029075" y="1375536"/>
                <a:ext cx="280479" cy="71374"/>
              </a:xfrm>
              <a:custGeom>
                <a:avLst/>
                <a:gdLst/>
                <a:ahLst/>
                <a:cxnLst/>
                <a:rect l="l" t="t" r="r" b="b"/>
                <a:pathLst>
                  <a:path w="280479" h="71374" extrusionOk="0">
                    <a:moveTo>
                      <a:pt x="0" y="0"/>
                    </a:moveTo>
                    <a:cubicBezTo>
                      <a:pt x="17590" y="762"/>
                      <a:pt x="36385" y="5017"/>
                      <a:pt x="52260" y="16701"/>
                    </a:cubicBezTo>
                    <a:cubicBezTo>
                      <a:pt x="93091" y="46736"/>
                      <a:pt x="97917" y="66294"/>
                      <a:pt x="152908" y="67945"/>
                    </a:cubicBezTo>
                    <a:cubicBezTo>
                      <a:pt x="197422" y="69279"/>
                      <a:pt x="239014" y="47181"/>
                      <a:pt x="280479" y="71374"/>
                    </a:cubicBezTo>
                  </a:path>
                </a:pathLst>
              </a:custGeom>
              <a:noFill/>
              <a:ln w="12700" cap="rnd" cmpd="sng">
                <a:solidFill>
                  <a:schemeClr val="accent5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>
                <a:off x="4325746" y="1458849"/>
                <a:ext cx="13144" cy="13779"/>
              </a:xfrm>
              <a:custGeom>
                <a:avLst/>
                <a:gdLst/>
                <a:ahLst/>
                <a:cxnLst/>
                <a:rect l="l" t="t" r="r" b="b"/>
                <a:pathLst>
                  <a:path w="13144" h="13779" extrusionOk="0">
                    <a:moveTo>
                      <a:pt x="0" y="0"/>
                    </a:moveTo>
                    <a:cubicBezTo>
                      <a:pt x="4382" y="3937"/>
                      <a:pt x="8763" y="8509"/>
                      <a:pt x="13145" y="13779"/>
                    </a:cubicBezTo>
                  </a:path>
                </a:pathLst>
              </a:custGeom>
              <a:noFill/>
              <a:ln w="12700" cap="rnd" cmpd="sng">
                <a:solidFill>
                  <a:schemeClr val="accent5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4" name="Google Shape;144;p7"/>
            <p:cNvGrpSpPr/>
            <p:nvPr/>
          </p:nvGrpSpPr>
          <p:grpSpPr>
            <a:xfrm>
              <a:off x="-451580" y="1299305"/>
              <a:ext cx="1021766" cy="288760"/>
              <a:chOff x="8640762" y="5785103"/>
              <a:chExt cx="730250" cy="206375"/>
            </a:xfrm>
          </p:grpSpPr>
          <p:sp>
            <p:nvSpPr>
              <p:cNvPr id="145" name="Google Shape;145;p7"/>
              <p:cNvSpPr/>
              <p:nvPr/>
            </p:nvSpPr>
            <p:spPr>
              <a:xfrm>
                <a:off x="8799512" y="5785103"/>
                <a:ext cx="412750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412750" h="206375" extrusionOk="0">
                    <a:moveTo>
                      <a:pt x="0" y="206375"/>
                    </a:moveTo>
                    <a:cubicBezTo>
                      <a:pt x="0" y="92393"/>
                      <a:pt x="92393" y="0"/>
                      <a:pt x="206375" y="0"/>
                    </a:cubicBezTo>
                    <a:cubicBezTo>
                      <a:pt x="320357" y="0"/>
                      <a:pt x="412750" y="92393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>
                <a:off x="8640762" y="5880353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 extrusionOk="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7"/>
              <p:cNvSpPr/>
              <p:nvPr/>
            </p:nvSpPr>
            <p:spPr>
              <a:xfrm>
                <a:off x="9148762" y="5880353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 extrusionOk="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5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_2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"/>
          <p:cNvSpPr txBox="1">
            <a:spLocks noGrp="1"/>
          </p:cNvSpPr>
          <p:nvPr>
            <p:ph type="subTitle" idx="1"/>
          </p:nvPr>
        </p:nvSpPr>
        <p:spPr>
          <a:xfrm>
            <a:off x="720000" y="2152777"/>
            <a:ext cx="30873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3"/>
          <p:cNvSpPr txBox="1">
            <a:spLocks noGrp="1"/>
          </p:cNvSpPr>
          <p:nvPr>
            <p:ph type="subTitle" idx="2"/>
          </p:nvPr>
        </p:nvSpPr>
        <p:spPr>
          <a:xfrm>
            <a:off x="4236455" y="2152778"/>
            <a:ext cx="30873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13"/>
          <p:cNvSpPr txBox="1">
            <a:spLocks noGrp="1"/>
          </p:cNvSpPr>
          <p:nvPr>
            <p:ph type="subTitle" idx="3"/>
          </p:nvPr>
        </p:nvSpPr>
        <p:spPr>
          <a:xfrm>
            <a:off x="720000" y="3955999"/>
            <a:ext cx="30873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13"/>
          <p:cNvSpPr txBox="1">
            <a:spLocks noGrp="1"/>
          </p:cNvSpPr>
          <p:nvPr>
            <p:ph type="subTitle" idx="4"/>
          </p:nvPr>
        </p:nvSpPr>
        <p:spPr>
          <a:xfrm>
            <a:off x="4236455" y="3956000"/>
            <a:ext cx="30873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3"/>
          <p:cNvSpPr txBox="1">
            <a:spLocks noGrp="1"/>
          </p:cNvSpPr>
          <p:nvPr>
            <p:ph type="title" idx="5" hasCustomPrompt="1"/>
          </p:nvPr>
        </p:nvSpPr>
        <p:spPr>
          <a:xfrm>
            <a:off x="985930" y="1312315"/>
            <a:ext cx="571500" cy="389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9" name="Google Shape;209;p13"/>
          <p:cNvSpPr txBox="1">
            <a:spLocks noGrp="1"/>
          </p:cNvSpPr>
          <p:nvPr>
            <p:ph type="title" idx="6" hasCustomPrompt="1"/>
          </p:nvPr>
        </p:nvSpPr>
        <p:spPr>
          <a:xfrm>
            <a:off x="986494" y="3114278"/>
            <a:ext cx="570300" cy="389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0" name="Google Shape;210;p13"/>
          <p:cNvSpPr txBox="1">
            <a:spLocks noGrp="1"/>
          </p:cNvSpPr>
          <p:nvPr>
            <p:ph type="title" idx="7" hasCustomPrompt="1"/>
          </p:nvPr>
        </p:nvSpPr>
        <p:spPr>
          <a:xfrm>
            <a:off x="4509154" y="1312765"/>
            <a:ext cx="571500" cy="389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1" name="Google Shape;211;p13"/>
          <p:cNvSpPr txBox="1">
            <a:spLocks noGrp="1"/>
          </p:cNvSpPr>
          <p:nvPr>
            <p:ph type="title" idx="8" hasCustomPrompt="1"/>
          </p:nvPr>
        </p:nvSpPr>
        <p:spPr>
          <a:xfrm>
            <a:off x="4509154" y="3114279"/>
            <a:ext cx="571500" cy="389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2" name="Google Shape;212;p13"/>
          <p:cNvSpPr txBox="1">
            <a:spLocks noGrp="1"/>
          </p:cNvSpPr>
          <p:nvPr>
            <p:ph type="subTitle" idx="9"/>
          </p:nvPr>
        </p:nvSpPr>
        <p:spPr>
          <a:xfrm>
            <a:off x="720000" y="1743425"/>
            <a:ext cx="30873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  <p:sp>
        <p:nvSpPr>
          <p:cNvPr id="213" name="Google Shape;213;p13"/>
          <p:cNvSpPr txBox="1">
            <a:spLocks noGrp="1"/>
          </p:cNvSpPr>
          <p:nvPr>
            <p:ph type="subTitle" idx="13"/>
          </p:nvPr>
        </p:nvSpPr>
        <p:spPr>
          <a:xfrm>
            <a:off x="720000" y="3546777"/>
            <a:ext cx="30873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  <p:sp>
        <p:nvSpPr>
          <p:cNvPr id="214" name="Google Shape;214;p13"/>
          <p:cNvSpPr txBox="1">
            <a:spLocks noGrp="1"/>
          </p:cNvSpPr>
          <p:nvPr>
            <p:ph type="subTitle" idx="14"/>
          </p:nvPr>
        </p:nvSpPr>
        <p:spPr>
          <a:xfrm>
            <a:off x="4236450" y="1743425"/>
            <a:ext cx="30873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  <p:sp>
        <p:nvSpPr>
          <p:cNvPr id="215" name="Google Shape;215;p13"/>
          <p:cNvSpPr txBox="1">
            <a:spLocks noGrp="1"/>
          </p:cNvSpPr>
          <p:nvPr>
            <p:ph type="subTitle" idx="15"/>
          </p:nvPr>
        </p:nvSpPr>
        <p:spPr>
          <a:xfrm>
            <a:off x="4236450" y="3546776"/>
            <a:ext cx="30873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  <p:grpSp>
        <p:nvGrpSpPr>
          <p:cNvPr id="216" name="Google Shape;216;p13"/>
          <p:cNvGrpSpPr/>
          <p:nvPr/>
        </p:nvGrpSpPr>
        <p:grpSpPr>
          <a:xfrm>
            <a:off x="231262" y="328449"/>
            <a:ext cx="9740044" cy="4591805"/>
            <a:chOff x="231262" y="328449"/>
            <a:chExt cx="9740044" cy="4591805"/>
          </a:xfrm>
        </p:grpSpPr>
        <p:grpSp>
          <p:nvGrpSpPr>
            <p:cNvPr id="217" name="Google Shape;217;p13"/>
            <p:cNvGrpSpPr/>
            <p:nvPr/>
          </p:nvGrpSpPr>
          <p:grpSpPr>
            <a:xfrm>
              <a:off x="8590842" y="2125303"/>
              <a:ext cx="1380465" cy="390131"/>
              <a:chOff x="8640762" y="5785103"/>
              <a:chExt cx="730250" cy="206375"/>
            </a:xfrm>
          </p:grpSpPr>
          <p:sp>
            <p:nvSpPr>
              <p:cNvPr id="218" name="Google Shape;218;p13"/>
              <p:cNvSpPr/>
              <p:nvPr/>
            </p:nvSpPr>
            <p:spPr>
              <a:xfrm>
                <a:off x="8799512" y="5785103"/>
                <a:ext cx="412750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412750" h="206375" extrusionOk="0">
                    <a:moveTo>
                      <a:pt x="0" y="206375"/>
                    </a:moveTo>
                    <a:cubicBezTo>
                      <a:pt x="0" y="92393"/>
                      <a:pt x="92393" y="0"/>
                      <a:pt x="206375" y="0"/>
                    </a:cubicBezTo>
                    <a:cubicBezTo>
                      <a:pt x="320357" y="0"/>
                      <a:pt x="412750" y="92393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13"/>
              <p:cNvSpPr/>
              <p:nvPr/>
            </p:nvSpPr>
            <p:spPr>
              <a:xfrm>
                <a:off x="8640762" y="5880353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 extrusionOk="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13"/>
              <p:cNvSpPr/>
              <p:nvPr/>
            </p:nvSpPr>
            <p:spPr>
              <a:xfrm>
                <a:off x="9148762" y="5880353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 extrusionOk="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1" name="Google Shape;221;p13"/>
            <p:cNvGrpSpPr/>
            <p:nvPr/>
          </p:nvGrpSpPr>
          <p:grpSpPr>
            <a:xfrm>
              <a:off x="4846887" y="4786904"/>
              <a:ext cx="571500" cy="133350"/>
              <a:chOff x="8990012" y="6086729"/>
              <a:chExt cx="571500" cy="133350"/>
            </a:xfrm>
          </p:grpSpPr>
          <p:sp>
            <p:nvSpPr>
              <p:cNvPr id="222" name="Google Shape;222;p13"/>
              <p:cNvSpPr/>
              <p:nvPr/>
            </p:nvSpPr>
            <p:spPr>
              <a:xfrm>
                <a:off x="8990012" y="6201029"/>
                <a:ext cx="3810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9050" extrusionOk="0">
                    <a:moveTo>
                      <a:pt x="0" y="0"/>
                    </a:moveTo>
                    <a:lnTo>
                      <a:pt x="381000" y="0"/>
                    </a:lnTo>
                    <a:lnTo>
                      <a:pt x="3810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13"/>
              <p:cNvSpPr/>
              <p:nvPr/>
            </p:nvSpPr>
            <p:spPr>
              <a:xfrm>
                <a:off x="9180512" y="6086729"/>
                <a:ext cx="3810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9050" extrusionOk="0">
                    <a:moveTo>
                      <a:pt x="0" y="0"/>
                    </a:moveTo>
                    <a:lnTo>
                      <a:pt x="381000" y="0"/>
                    </a:lnTo>
                    <a:lnTo>
                      <a:pt x="3810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4" name="Google Shape;224;p13"/>
            <p:cNvGrpSpPr/>
            <p:nvPr/>
          </p:nvGrpSpPr>
          <p:grpSpPr>
            <a:xfrm>
              <a:off x="8915480" y="4110417"/>
              <a:ext cx="571500" cy="206375"/>
              <a:chOff x="10607230" y="6115367"/>
              <a:chExt cx="571500" cy="206375"/>
            </a:xfrm>
          </p:grpSpPr>
          <p:sp>
            <p:nvSpPr>
              <p:cNvPr id="225" name="Google Shape;225;p13"/>
              <p:cNvSpPr/>
              <p:nvPr/>
            </p:nvSpPr>
            <p:spPr>
              <a:xfrm>
                <a:off x="10607230" y="6115367"/>
                <a:ext cx="412750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412750" h="206375" extrusionOk="0">
                    <a:moveTo>
                      <a:pt x="0" y="206375"/>
                    </a:moveTo>
                    <a:cubicBezTo>
                      <a:pt x="0" y="92392"/>
                      <a:pt x="92392" y="0"/>
                      <a:pt x="206375" y="0"/>
                    </a:cubicBezTo>
                    <a:cubicBezTo>
                      <a:pt x="320357" y="0"/>
                      <a:pt x="412750" y="92392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13"/>
              <p:cNvSpPr/>
              <p:nvPr/>
            </p:nvSpPr>
            <p:spPr>
              <a:xfrm>
                <a:off x="10956480" y="6210617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 extrusionOk="0">
                    <a:moveTo>
                      <a:pt x="0" y="111125"/>
                    </a:moveTo>
                    <a:cubicBezTo>
                      <a:pt x="0" y="49721"/>
                      <a:pt x="49784" y="0"/>
                      <a:pt x="111125" y="0"/>
                    </a:cubicBezTo>
                    <a:cubicBezTo>
                      <a:pt x="172529" y="0"/>
                      <a:pt x="222250" y="49721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7" name="Google Shape;227;p13"/>
            <p:cNvGrpSpPr/>
            <p:nvPr/>
          </p:nvGrpSpPr>
          <p:grpSpPr>
            <a:xfrm>
              <a:off x="231262" y="328449"/>
              <a:ext cx="603250" cy="273050"/>
              <a:chOff x="8640762" y="3990149"/>
              <a:chExt cx="603250" cy="273050"/>
            </a:xfrm>
          </p:grpSpPr>
          <p:sp>
            <p:nvSpPr>
              <p:cNvPr id="228" name="Google Shape;228;p13"/>
              <p:cNvSpPr/>
              <p:nvPr/>
            </p:nvSpPr>
            <p:spPr>
              <a:xfrm>
                <a:off x="8640762" y="4152074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 extrusionOk="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13"/>
              <p:cNvSpPr/>
              <p:nvPr/>
            </p:nvSpPr>
            <p:spPr>
              <a:xfrm>
                <a:off x="8863012" y="3990149"/>
                <a:ext cx="3810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9050" extrusionOk="0">
                    <a:moveTo>
                      <a:pt x="0" y="0"/>
                    </a:moveTo>
                    <a:lnTo>
                      <a:pt x="381000" y="0"/>
                    </a:lnTo>
                    <a:lnTo>
                      <a:pt x="3810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30" name="Google Shape;230;p13"/>
          <p:cNvGrpSpPr/>
          <p:nvPr/>
        </p:nvGrpSpPr>
        <p:grpSpPr>
          <a:xfrm rot="2227899" flipH="1">
            <a:off x="8476009" y="2708152"/>
            <a:ext cx="1383714" cy="1173264"/>
            <a:chOff x="5024310" y="2167559"/>
            <a:chExt cx="569494" cy="482907"/>
          </a:xfrm>
        </p:grpSpPr>
        <p:grpSp>
          <p:nvGrpSpPr>
            <p:cNvPr id="231" name="Google Shape;231;p13"/>
            <p:cNvGrpSpPr/>
            <p:nvPr/>
          </p:nvGrpSpPr>
          <p:grpSpPr>
            <a:xfrm>
              <a:off x="5024310" y="2167559"/>
              <a:ext cx="569494" cy="482907"/>
              <a:chOff x="5024310" y="2167559"/>
              <a:chExt cx="569494" cy="482907"/>
            </a:xfrm>
          </p:grpSpPr>
          <p:sp>
            <p:nvSpPr>
              <p:cNvPr id="232" name="Google Shape;232;p13"/>
              <p:cNvSpPr/>
              <p:nvPr/>
            </p:nvSpPr>
            <p:spPr>
              <a:xfrm>
                <a:off x="5024310" y="2410967"/>
                <a:ext cx="113538" cy="181546"/>
              </a:xfrm>
              <a:custGeom>
                <a:avLst/>
                <a:gdLst/>
                <a:ahLst/>
                <a:cxnLst/>
                <a:rect l="l" t="t" r="r" b="b"/>
                <a:pathLst>
                  <a:path w="113538" h="181546" extrusionOk="0">
                    <a:moveTo>
                      <a:pt x="49340" y="81788"/>
                    </a:moveTo>
                    <a:lnTo>
                      <a:pt x="0" y="9462"/>
                    </a:lnTo>
                    <a:lnTo>
                      <a:pt x="26797" y="0"/>
                    </a:lnTo>
                    <a:lnTo>
                      <a:pt x="113538" y="64770"/>
                    </a:lnTo>
                    <a:lnTo>
                      <a:pt x="106680" y="168846"/>
                    </a:lnTo>
                    <a:lnTo>
                      <a:pt x="78549" y="181546"/>
                    </a:lnTo>
                    <a:close/>
                  </a:path>
                </a:pathLst>
              </a:custGeom>
              <a:solidFill>
                <a:srgbClr val="FF9D2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13"/>
              <p:cNvSpPr/>
              <p:nvPr/>
            </p:nvSpPr>
            <p:spPr>
              <a:xfrm>
                <a:off x="5024310" y="2410967"/>
                <a:ext cx="113538" cy="181546"/>
              </a:xfrm>
              <a:custGeom>
                <a:avLst/>
                <a:gdLst/>
                <a:ahLst/>
                <a:cxnLst/>
                <a:rect l="l" t="t" r="r" b="b"/>
                <a:pathLst>
                  <a:path w="113538" h="181546" extrusionOk="0">
                    <a:moveTo>
                      <a:pt x="49340" y="81788"/>
                    </a:moveTo>
                    <a:lnTo>
                      <a:pt x="0" y="9462"/>
                    </a:lnTo>
                    <a:lnTo>
                      <a:pt x="26797" y="0"/>
                    </a:lnTo>
                    <a:lnTo>
                      <a:pt x="113538" y="64770"/>
                    </a:lnTo>
                    <a:lnTo>
                      <a:pt x="106680" y="168846"/>
                    </a:lnTo>
                    <a:lnTo>
                      <a:pt x="78549" y="18154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13"/>
              <p:cNvSpPr/>
              <p:nvPr/>
            </p:nvSpPr>
            <p:spPr>
              <a:xfrm>
                <a:off x="5265229" y="2249445"/>
                <a:ext cx="83099" cy="64938"/>
              </a:xfrm>
              <a:custGeom>
                <a:avLst/>
                <a:gdLst/>
                <a:ahLst/>
                <a:cxnLst/>
                <a:rect l="l" t="t" r="r" b="b"/>
                <a:pathLst>
                  <a:path w="83099" h="64938" extrusionOk="0">
                    <a:moveTo>
                      <a:pt x="81724" y="11408"/>
                    </a:moveTo>
                    <a:lnTo>
                      <a:pt x="77026" y="4042"/>
                    </a:lnTo>
                    <a:cubicBezTo>
                      <a:pt x="74422" y="-22"/>
                      <a:pt x="69024" y="-1229"/>
                      <a:pt x="64961" y="1375"/>
                    </a:cubicBezTo>
                    <a:lnTo>
                      <a:pt x="0" y="42904"/>
                    </a:lnTo>
                    <a:cubicBezTo>
                      <a:pt x="5017" y="50016"/>
                      <a:pt x="9779" y="57382"/>
                      <a:pt x="14161" y="64939"/>
                    </a:cubicBezTo>
                    <a:lnTo>
                      <a:pt x="79058" y="23473"/>
                    </a:lnTo>
                    <a:cubicBezTo>
                      <a:pt x="83122" y="20870"/>
                      <a:pt x="84328" y="15472"/>
                      <a:pt x="81724" y="1140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13"/>
              <p:cNvSpPr/>
              <p:nvPr/>
            </p:nvSpPr>
            <p:spPr>
              <a:xfrm>
                <a:off x="5196141" y="2191343"/>
                <a:ext cx="83099" cy="64938"/>
              </a:xfrm>
              <a:custGeom>
                <a:avLst/>
                <a:gdLst/>
                <a:ahLst/>
                <a:cxnLst/>
                <a:rect l="l" t="t" r="r" b="b"/>
                <a:pathLst>
                  <a:path w="83099" h="64938" extrusionOk="0">
                    <a:moveTo>
                      <a:pt x="81724" y="11408"/>
                    </a:moveTo>
                    <a:lnTo>
                      <a:pt x="77026" y="4042"/>
                    </a:lnTo>
                    <a:cubicBezTo>
                      <a:pt x="74422" y="-22"/>
                      <a:pt x="69024" y="-1229"/>
                      <a:pt x="64961" y="1375"/>
                    </a:cubicBezTo>
                    <a:lnTo>
                      <a:pt x="0" y="42904"/>
                    </a:lnTo>
                    <a:cubicBezTo>
                      <a:pt x="5017" y="50016"/>
                      <a:pt x="9779" y="57382"/>
                      <a:pt x="14161" y="64939"/>
                    </a:cubicBezTo>
                    <a:lnTo>
                      <a:pt x="79058" y="23473"/>
                    </a:lnTo>
                    <a:cubicBezTo>
                      <a:pt x="83122" y="20870"/>
                      <a:pt x="84328" y="15472"/>
                      <a:pt x="81724" y="1140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13"/>
              <p:cNvSpPr/>
              <p:nvPr/>
            </p:nvSpPr>
            <p:spPr>
              <a:xfrm>
                <a:off x="5352732" y="2455228"/>
                <a:ext cx="87344" cy="48956"/>
              </a:xfrm>
              <a:custGeom>
                <a:avLst/>
                <a:gdLst/>
                <a:ahLst/>
                <a:cxnLst/>
                <a:rect l="l" t="t" r="r" b="b"/>
                <a:pathLst>
                  <a:path w="87344" h="48956" extrusionOk="0">
                    <a:moveTo>
                      <a:pt x="84264" y="6031"/>
                    </a:moveTo>
                    <a:lnTo>
                      <a:pt x="86932" y="14350"/>
                    </a:lnTo>
                    <a:cubicBezTo>
                      <a:pt x="88392" y="18922"/>
                      <a:pt x="85852" y="23875"/>
                      <a:pt x="81280" y="25335"/>
                    </a:cubicBezTo>
                    <a:lnTo>
                      <a:pt x="7938" y="48957"/>
                    </a:lnTo>
                    <a:cubicBezTo>
                      <a:pt x="5652" y="40512"/>
                      <a:pt x="2984" y="32193"/>
                      <a:pt x="0" y="24001"/>
                    </a:cubicBezTo>
                    <a:lnTo>
                      <a:pt x="73279" y="443"/>
                    </a:lnTo>
                    <a:cubicBezTo>
                      <a:pt x="77851" y="-1081"/>
                      <a:pt x="82740" y="1459"/>
                      <a:pt x="84264" y="603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13"/>
              <p:cNvSpPr/>
              <p:nvPr/>
            </p:nvSpPr>
            <p:spPr>
              <a:xfrm>
                <a:off x="5353494" y="2545462"/>
                <a:ext cx="87344" cy="48957"/>
              </a:xfrm>
              <a:custGeom>
                <a:avLst/>
                <a:gdLst/>
                <a:ahLst/>
                <a:cxnLst/>
                <a:rect l="l" t="t" r="r" b="b"/>
                <a:pathLst>
                  <a:path w="87344" h="48957" extrusionOk="0">
                    <a:moveTo>
                      <a:pt x="84265" y="6031"/>
                    </a:moveTo>
                    <a:lnTo>
                      <a:pt x="86932" y="14350"/>
                    </a:lnTo>
                    <a:cubicBezTo>
                      <a:pt x="88392" y="18922"/>
                      <a:pt x="85852" y="23875"/>
                      <a:pt x="81280" y="25335"/>
                    </a:cubicBezTo>
                    <a:lnTo>
                      <a:pt x="7938" y="48957"/>
                    </a:lnTo>
                    <a:cubicBezTo>
                      <a:pt x="5652" y="40512"/>
                      <a:pt x="2984" y="32193"/>
                      <a:pt x="0" y="24002"/>
                    </a:cubicBezTo>
                    <a:lnTo>
                      <a:pt x="73279" y="443"/>
                    </a:lnTo>
                    <a:cubicBezTo>
                      <a:pt x="77851" y="-1081"/>
                      <a:pt x="82804" y="1459"/>
                      <a:pt x="84265" y="603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13"/>
              <p:cNvSpPr/>
              <p:nvPr/>
            </p:nvSpPr>
            <p:spPr>
              <a:xfrm>
                <a:off x="5159933" y="2167559"/>
                <a:ext cx="254772" cy="482907"/>
              </a:xfrm>
              <a:custGeom>
                <a:avLst/>
                <a:gdLst/>
                <a:ahLst/>
                <a:cxnLst/>
                <a:rect l="l" t="t" r="r" b="b"/>
                <a:pathLst>
                  <a:path w="254772" h="482907" extrusionOk="0">
                    <a:moveTo>
                      <a:pt x="249505" y="207340"/>
                    </a:moveTo>
                    <a:lnTo>
                      <a:pt x="228867" y="190894"/>
                    </a:lnTo>
                    <a:lnTo>
                      <a:pt x="229757" y="164605"/>
                    </a:lnTo>
                    <a:cubicBezTo>
                      <a:pt x="229757" y="164605"/>
                      <a:pt x="62942" y="838"/>
                      <a:pt x="23381" y="13"/>
                    </a:cubicBezTo>
                    <a:cubicBezTo>
                      <a:pt x="-16242" y="-749"/>
                      <a:pt x="6490" y="32779"/>
                      <a:pt x="6490" y="32779"/>
                    </a:cubicBezTo>
                    <a:lnTo>
                      <a:pt x="124346" y="216992"/>
                    </a:lnTo>
                    <a:lnTo>
                      <a:pt x="133998" y="234328"/>
                    </a:lnTo>
                    <a:lnTo>
                      <a:pt x="141872" y="255410"/>
                    </a:lnTo>
                    <a:lnTo>
                      <a:pt x="204991" y="462801"/>
                    </a:lnTo>
                    <a:cubicBezTo>
                      <a:pt x="204991" y="462801"/>
                      <a:pt x="215786" y="501790"/>
                      <a:pt x="240869" y="471183"/>
                    </a:cubicBezTo>
                    <a:cubicBezTo>
                      <a:pt x="265888" y="440512"/>
                      <a:pt x="249505" y="207340"/>
                      <a:pt x="249505" y="20734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13"/>
              <p:cNvSpPr/>
              <p:nvPr/>
            </p:nvSpPr>
            <p:spPr>
              <a:xfrm>
                <a:off x="5033490" y="2264417"/>
                <a:ext cx="560314" cy="256064"/>
              </a:xfrm>
              <a:custGeom>
                <a:avLst/>
                <a:gdLst/>
                <a:ahLst/>
                <a:cxnLst/>
                <a:rect l="l" t="t" r="r" b="b"/>
                <a:pathLst>
                  <a:path w="560314" h="256064" extrusionOk="0">
                    <a:moveTo>
                      <a:pt x="66258" y="194684"/>
                    </a:moveTo>
                    <a:cubicBezTo>
                      <a:pt x="66258" y="194684"/>
                      <a:pt x="359311" y="54920"/>
                      <a:pt x="420398" y="24821"/>
                    </a:cubicBezTo>
                    <a:cubicBezTo>
                      <a:pt x="481485" y="-5278"/>
                      <a:pt x="543144" y="-9913"/>
                      <a:pt x="558574" y="21519"/>
                    </a:cubicBezTo>
                    <a:cubicBezTo>
                      <a:pt x="574005" y="53015"/>
                      <a:pt x="482564" y="95814"/>
                      <a:pt x="452719" y="107244"/>
                    </a:cubicBezTo>
                    <a:cubicBezTo>
                      <a:pt x="422875" y="118674"/>
                      <a:pt x="86388" y="245356"/>
                      <a:pt x="86388" y="245356"/>
                    </a:cubicBezTo>
                    <a:cubicBezTo>
                      <a:pt x="86388" y="245356"/>
                      <a:pt x="4028" y="269868"/>
                      <a:pt x="155" y="244722"/>
                    </a:cubicBezTo>
                    <a:cubicBezTo>
                      <a:pt x="-3718" y="219575"/>
                      <a:pt x="66258" y="194684"/>
                      <a:pt x="66258" y="19468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0" name="Google Shape;240;p13"/>
            <p:cNvSpPr/>
            <p:nvPr/>
          </p:nvSpPr>
          <p:spPr>
            <a:xfrm>
              <a:off x="5503862" y="2278931"/>
              <a:ext cx="45767" cy="55265"/>
            </a:xfrm>
            <a:custGeom>
              <a:avLst/>
              <a:gdLst/>
              <a:ahLst/>
              <a:cxnLst/>
              <a:rect l="l" t="t" r="r" b="b"/>
              <a:pathLst>
                <a:path w="45767" h="55265" extrusionOk="0">
                  <a:moveTo>
                    <a:pt x="0" y="2878"/>
                  </a:moveTo>
                  <a:cubicBezTo>
                    <a:pt x="0" y="2878"/>
                    <a:pt x="20129" y="26817"/>
                    <a:pt x="24193" y="55265"/>
                  </a:cubicBezTo>
                  <a:cubicBezTo>
                    <a:pt x="24193" y="55265"/>
                    <a:pt x="53721" y="48471"/>
                    <a:pt x="43688" y="19197"/>
                  </a:cubicBezTo>
                  <a:cubicBezTo>
                    <a:pt x="33591" y="-10140"/>
                    <a:pt x="0" y="2878"/>
                    <a:pt x="0" y="287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3" name="Google Shape;243;p14"/>
          <p:cNvGrpSpPr/>
          <p:nvPr/>
        </p:nvGrpSpPr>
        <p:grpSpPr>
          <a:xfrm>
            <a:off x="-694133" y="222653"/>
            <a:ext cx="10655664" cy="5041189"/>
            <a:chOff x="-694133" y="222653"/>
            <a:chExt cx="10655664" cy="5041189"/>
          </a:xfrm>
        </p:grpSpPr>
        <p:grpSp>
          <p:nvGrpSpPr>
            <p:cNvPr id="244" name="Google Shape;244;p14"/>
            <p:cNvGrpSpPr/>
            <p:nvPr/>
          </p:nvGrpSpPr>
          <p:grpSpPr>
            <a:xfrm rot="-510019">
              <a:off x="8695994" y="298993"/>
              <a:ext cx="1152711" cy="1612424"/>
              <a:chOff x="-1891361" y="-1128192"/>
              <a:chExt cx="1290816" cy="1805406"/>
            </a:xfrm>
          </p:grpSpPr>
          <p:grpSp>
            <p:nvGrpSpPr>
              <p:cNvPr id="245" name="Google Shape;245;p14"/>
              <p:cNvGrpSpPr/>
              <p:nvPr/>
            </p:nvGrpSpPr>
            <p:grpSpPr>
              <a:xfrm>
                <a:off x="-1891361" y="-1128192"/>
                <a:ext cx="1290816" cy="1805406"/>
                <a:chOff x="-1891361" y="-1128192"/>
                <a:chExt cx="1290816" cy="1805406"/>
              </a:xfrm>
            </p:grpSpPr>
            <p:sp>
              <p:nvSpPr>
                <p:cNvPr id="246" name="Google Shape;246;p14"/>
                <p:cNvSpPr/>
                <p:nvPr/>
              </p:nvSpPr>
              <p:spPr>
                <a:xfrm>
                  <a:off x="-1693575" y="-55375"/>
                  <a:ext cx="893523" cy="433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9994" h="1469798" extrusionOk="0">
                      <a:moveTo>
                        <a:pt x="2218218" y="955478"/>
                      </a:moveTo>
                      <a:lnTo>
                        <a:pt x="2279936" y="955478"/>
                      </a:lnTo>
                      <a:lnTo>
                        <a:pt x="2279936" y="1469798"/>
                      </a:lnTo>
                      <a:lnTo>
                        <a:pt x="2218218" y="1469798"/>
                      </a:lnTo>
                      <a:close/>
                      <a:moveTo>
                        <a:pt x="1189577" y="955478"/>
                      </a:moveTo>
                      <a:lnTo>
                        <a:pt x="1251295" y="955478"/>
                      </a:lnTo>
                      <a:lnTo>
                        <a:pt x="1251295" y="1469798"/>
                      </a:lnTo>
                      <a:lnTo>
                        <a:pt x="1189577" y="1469798"/>
                      </a:lnTo>
                      <a:close/>
                      <a:moveTo>
                        <a:pt x="51287" y="2372"/>
                      </a:moveTo>
                      <a:lnTo>
                        <a:pt x="989061" y="1403218"/>
                      </a:lnTo>
                      <a:lnTo>
                        <a:pt x="937774" y="1437551"/>
                      </a:lnTo>
                      <a:lnTo>
                        <a:pt x="0" y="36705"/>
                      </a:lnTo>
                      <a:close/>
                      <a:moveTo>
                        <a:pt x="3418707" y="0"/>
                      </a:moveTo>
                      <a:lnTo>
                        <a:pt x="3469994" y="34333"/>
                      </a:lnTo>
                      <a:lnTo>
                        <a:pt x="2532221" y="1435177"/>
                      </a:lnTo>
                      <a:lnTo>
                        <a:pt x="2480934" y="1400844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7" name="Google Shape;247;p14"/>
                <p:cNvSpPr/>
                <p:nvPr/>
              </p:nvSpPr>
              <p:spPr>
                <a:xfrm>
                  <a:off x="-1891361" y="-1128192"/>
                  <a:ext cx="1290816" cy="13658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2273" h="1579038" extrusionOk="0">
                      <a:moveTo>
                        <a:pt x="1273730" y="218551"/>
                      </a:moveTo>
                      <a:cubicBezTo>
                        <a:pt x="982329" y="-72850"/>
                        <a:pt x="509953" y="-72850"/>
                        <a:pt x="218551" y="218551"/>
                      </a:cubicBezTo>
                      <a:cubicBezTo>
                        <a:pt x="-72850" y="509952"/>
                        <a:pt x="-72850" y="982329"/>
                        <a:pt x="218551" y="1273731"/>
                      </a:cubicBezTo>
                      <a:lnTo>
                        <a:pt x="523859" y="1579039"/>
                      </a:lnTo>
                      <a:lnTo>
                        <a:pt x="968359" y="1579039"/>
                      </a:lnTo>
                      <a:lnTo>
                        <a:pt x="1273667" y="1273731"/>
                      </a:lnTo>
                      <a:cubicBezTo>
                        <a:pt x="1565132" y="982393"/>
                        <a:pt x="1565132" y="509952"/>
                        <a:pt x="1273730" y="21855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8" name="Google Shape;248;p14"/>
                <p:cNvSpPr/>
                <p:nvPr/>
              </p:nvSpPr>
              <p:spPr>
                <a:xfrm>
                  <a:off x="-1671618" y="-1128192"/>
                  <a:ext cx="851368" cy="13658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4241" h="1579038" extrusionOk="0">
                      <a:moveTo>
                        <a:pt x="840121" y="218551"/>
                      </a:moveTo>
                      <a:cubicBezTo>
                        <a:pt x="647907" y="-72850"/>
                        <a:pt x="336312" y="-72850"/>
                        <a:pt x="144161" y="218551"/>
                      </a:cubicBezTo>
                      <a:cubicBezTo>
                        <a:pt x="-48054" y="509952"/>
                        <a:pt x="-48054" y="982329"/>
                        <a:pt x="144161" y="1273731"/>
                      </a:cubicBezTo>
                      <a:lnTo>
                        <a:pt x="345583" y="1579039"/>
                      </a:lnTo>
                      <a:lnTo>
                        <a:pt x="638762" y="1579039"/>
                      </a:lnTo>
                      <a:lnTo>
                        <a:pt x="840184" y="1273731"/>
                      </a:lnTo>
                      <a:cubicBezTo>
                        <a:pt x="1032272" y="982393"/>
                        <a:pt x="1032272" y="509952"/>
                        <a:pt x="840121" y="21855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9" name="Google Shape;249;p14"/>
                <p:cNvSpPr/>
                <p:nvPr/>
              </p:nvSpPr>
              <p:spPr>
                <a:xfrm>
                  <a:off x="-1451887" y="-1128192"/>
                  <a:ext cx="411949" cy="13658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42" h="1579038" extrusionOk="0">
                      <a:moveTo>
                        <a:pt x="406464" y="218551"/>
                      </a:moveTo>
                      <a:cubicBezTo>
                        <a:pt x="313500" y="-72850"/>
                        <a:pt x="162687" y="-72850"/>
                        <a:pt x="69723" y="218551"/>
                      </a:cubicBezTo>
                      <a:cubicBezTo>
                        <a:pt x="-23241" y="509952"/>
                        <a:pt x="-23241" y="982329"/>
                        <a:pt x="69723" y="1273731"/>
                      </a:cubicBezTo>
                      <a:lnTo>
                        <a:pt x="167195" y="1579039"/>
                      </a:lnTo>
                      <a:lnTo>
                        <a:pt x="309055" y="1579039"/>
                      </a:lnTo>
                      <a:lnTo>
                        <a:pt x="406527" y="1273731"/>
                      </a:lnTo>
                      <a:cubicBezTo>
                        <a:pt x="499491" y="982393"/>
                        <a:pt x="499491" y="509952"/>
                        <a:pt x="406464" y="21855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0" name="Google Shape;250;p14"/>
                <p:cNvSpPr/>
                <p:nvPr/>
              </p:nvSpPr>
              <p:spPr>
                <a:xfrm>
                  <a:off x="-1451865" y="347649"/>
                  <a:ext cx="411956" cy="3295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0" h="381000" extrusionOk="0">
                      <a:moveTo>
                        <a:pt x="114300" y="381000"/>
                      </a:moveTo>
                      <a:lnTo>
                        <a:pt x="361950" y="381000"/>
                      </a:lnTo>
                      <a:cubicBezTo>
                        <a:pt x="425069" y="381000"/>
                        <a:pt x="476250" y="329819"/>
                        <a:pt x="476250" y="266700"/>
                      </a:cubicBezTo>
                      <a:lnTo>
                        <a:pt x="476250" y="0"/>
                      </a:lnTo>
                      <a:lnTo>
                        <a:pt x="0" y="0"/>
                      </a:lnTo>
                      <a:lnTo>
                        <a:pt x="0" y="266700"/>
                      </a:lnTo>
                      <a:cubicBezTo>
                        <a:pt x="0" y="329819"/>
                        <a:pt x="51118" y="381000"/>
                        <a:pt x="114300" y="38100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51" name="Google Shape;251;p14"/>
                <p:cNvGrpSpPr/>
                <p:nvPr/>
              </p:nvGrpSpPr>
              <p:grpSpPr>
                <a:xfrm>
                  <a:off x="-1460307" y="347488"/>
                  <a:ext cx="428435" cy="76899"/>
                  <a:chOff x="6791388" y="5563615"/>
                  <a:chExt cx="495300" cy="88900"/>
                </a:xfrm>
              </p:grpSpPr>
              <p:sp>
                <p:nvSpPr>
                  <p:cNvPr id="252" name="Google Shape;252;p14"/>
                  <p:cNvSpPr/>
                  <p:nvPr/>
                </p:nvSpPr>
                <p:spPr>
                  <a:xfrm>
                    <a:off x="6791388" y="5563615"/>
                    <a:ext cx="177800" cy="88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800" h="88900" extrusionOk="0">
                        <a:moveTo>
                          <a:pt x="88900" y="88900"/>
                        </a:moveTo>
                        <a:cubicBezTo>
                          <a:pt x="39878" y="88900"/>
                          <a:pt x="0" y="49022"/>
                          <a:pt x="0" y="0"/>
                        </a:cubicBezTo>
                        <a:lnTo>
                          <a:pt x="19050" y="0"/>
                        </a:lnTo>
                        <a:cubicBezTo>
                          <a:pt x="19050" y="38545"/>
                          <a:pt x="50355" y="69850"/>
                          <a:pt x="88900" y="69850"/>
                        </a:cubicBezTo>
                        <a:cubicBezTo>
                          <a:pt x="127444" y="69850"/>
                          <a:pt x="158750" y="38545"/>
                          <a:pt x="158750" y="0"/>
                        </a:cubicBezTo>
                        <a:lnTo>
                          <a:pt x="177800" y="0"/>
                        </a:lnTo>
                        <a:cubicBezTo>
                          <a:pt x="177800" y="49022"/>
                          <a:pt x="137922" y="88900"/>
                          <a:pt x="88900" y="8890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3" name="Google Shape;253;p14"/>
                  <p:cNvSpPr/>
                  <p:nvPr/>
                </p:nvSpPr>
                <p:spPr>
                  <a:xfrm>
                    <a:off x="7108888" y="5563615"/>
                    <a:ext cx="177800" cy="88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800" h="88900" extrusionOk="0">
                        <a:moveTo>
                          <a:pt x="88900" y="88900"/>
                        </a:moveTo>
                        <a:cubicBezTo>
                          <a:pt x="39878" y="88900"/>
                          <a:pt x="0" y="49022"/>
                          <a:pt x="0" y="0"/>
                        </a:cubicBezTo>
                        <a:lnTo>
                          <a:pt x="19050" y="0"/>
                        </a:lnTo>
                        <a:cubicBezTo>
                          <a:pt x="19050" y="38545"/>
                          <a:pt x="50355" y="69850"/>
                          <a:pt x="88900" y="69850"/>
                        </a:cubicBezTo>
                        <a:cubicBezTo>
                          <a:pt x="127444" y="69850"/>
                          <a:pt x="158750" y="38545"/>
                          <a:pt x="158750" y="0"/>
                        </a:cubicBezTo>
                        <a:lnTo>
                          <a:pt x="177800" y="0"/>
                        </a:lnTo>
                        <a:cubicBezTo>
                          <a:pt x="177800" y="49022"/>
                          <a:pt x="137922" y="88900"/>
                          <a:pt x="88900" y="8890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4" name="Google Shape;254;p14"/>
                  <p:cNvSpPr/>
                  <p:nvPr/>
                </p:nvSpPr>
                <p:spPr>
                  <a:xfrm>
                    <a:off x="6950138" y="5563615"/>
                    <a:ext cx="177800" cy="88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800" h="88900" extrusionOk="0">
                        <a:moveTo>
                          <a:pt x="88900" y="88900"/>
                        </a:moveTo>
                        <a:cubicBezTo>
                          <a:pt x="39878" y="88900"/>
                          <a:pt x="0" y="49022"/>
                          <a:pt x="0" y="0"/>
                        </a:cubicBezTo>
                        <a:lnTo>
                          <a:pt x="19050" y="0"/>
                        </a:lnTo>
                        <a:cubicBezTo>
                          <a:pt x="19050" y="38545"/>
                          <a:pt x="50355" y="69850"/>
                          <a:pt x="88900" y="69850"/>
                        </a:cubicBezTo>
                        <a:cubicBezTo>
                          <a:pt x="127444" y="69850"/>
                          <a:pt x="158750" y="38545"/>
                          <a:pt x="158750" y="0"/>
                        </a:cubicBezTo>
                        <a:lnTo>
                          <a:pt x="177800" y="0"/>
                        </a:lnTo>
                        <a:cubicBezTo>
                          <a:pt x="177800" y="49022"/>
                          <a:pt x="137922" y="88900"/>
                          <a:pt x="88900" y="8890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55" name="Google Shape;255;p14"/>
                <p:cNvSpPr/>
                <p:nvPr/>
              </p:nvSpPr>
              <p:spPr>
                <a:xfrm>
                  <a:off x="-1451865" y="570114"/>
                  <a:ext cx="411956" cy="16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0" h="19050" extrusionOk="0">
                      <a:moveTo>
                        <a:pt x="0" y="0"/>
                      </a:moveTo>
                      <a:lnTo>
                        <a:pt x="476250" y="0"/>
                      </a:lnTo>
                      <a:lnTo>
                        <a:pt x="476250" y="19050"/>
                      </a:ln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56" name="Google Shape;256;p14"/>
              <p:cNvSpPr/>
              <p:nvPr/>
            </p:nvSpPr>
            <p:spPr>
              <a:xfrm>
                <a:off x="-1439100" y="235100"/>
                <a:ext cx="384525" cy="59900"/>
              </a:xfrm>
              <a:prstGeom prst="flowChartOffpageConnector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257" name="Google Shape;257;p14"/>
            <p:cNvGrpSpPr/>
            <p:nvPr/>
          </p:nvGrpSpPr>
          <p:grpSpPr>
            <a:xfrm rot="-2227899">
              <a:off x="-480291" y="3791877"/>
              <a:ext cx="1383714" cy="1173264"/>
              <a:chOff x="5024310" y="2167559"/>
              <a:chExt cx="569494" cy="482907"/>
            </a:xfrm>
          </p:grpSpPr>
          <p:grpSp>
            <p:nvGrpSpPr>
              <p:cNvPr id="258" name="Google Shape;258;p14"/>
              <p:cNvGrpSpPr/>
              <p:nvPr/>
            </p:nvGrpSpPr>
            <p:grpSpPr>
              <a:xfrm>
                <a:off x="5024310" y="2167559"/>
                <a:ext cx="569494" cy="482907"/>
                <a:chOff x="5024310" y="2167559"/>
                <a:chExt cx="569494" cy="482907"/>
              </a:xfrm>
            </p:grpSpPr>
            <p:sp>
              <p:nvSpPr>
                <p:cNvPr id="259" name="Google Shape;259;p14"/>
                <p:cNvSpPr/>
                <p:nvPr/>
              </p:nvSpPr>
              <p:spPr>
                <a:xfrm>
                  <a:off x="5024310" y="2410967"/>
                  <a:ext cx="113538" cy="1815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538" h="181546" extrusionOk="0">
                      <a:moveTo>
                        <a:pt x="49340" y="81788"/>
                      </a:moveTo>
                      <a:lnTo>
                        <a:pt x="0" y="9462"/>
                      </a:lnTo>
                      <a:lnTo>
                        <a:pt x="26797" y="0"/>
                      </a:lnTo>
                      <a:lnTo>
                        <a:pt x="113538" y="64770"/>
                      </a:lnTo>
                      <a:lnTo>
                        <a:pt x="106680" y="168846"/>
                      </a:lnTo>
                      <a:lnTo>
                        <a:pt x="78549" y="181546"/>
                      </a:lnTo>
                      <a:close/>
                    </a:path>
                  </a:pathLst>
                </a:custGeom>
                <a:solidFill>
                  <a:srgbClr val="FF9D2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0" name="Google Shape;260;p14"/>
                <p:cNvSpPr/>
                <p:nvPr/>
              </p:nvSpPr>
              <p:spPr>
                <a:xfrm>
                  <a:off x="5024310" y="2410967"/>
                  <a:ext cx="113538" cy="1815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538" h="181546" extrusionOk="0">
                      <a:moveTo>
                        <a:pt x="49340" y="81788"/>
                      </a:moveTo>
                      <a:lnTo>
                        <a:pt x="0" y="9462"/>
                      </a:lnTo>
                      <a:lnTo>
                        <a:pt x="26797" y="0"/>
                      </a:lnTo>
                      <a:lnTo>
                        <a:pt x="113538" y="64770"/>
                      </a:lnTo>
                      <a:lnTo>
                        <a:pt x="106680" y="168846"/>
                      </a:lnTo>
                      <a:lnTo>
                        <a:pt x="78549" y="18154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1" name="Google Shape;261;p14"/>
                <p:cNvSpPr/>
                <p:nvPr/>
              </p:nvSpPr>
              <p:spPr>
                <a:xfrm>
                  <a:off x="5265229" y="2249445"/>
                  <a:ext cx="83099" cy="64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099" h="64938" extrusionOk="0">
                      <a:moveTo>
                        <a:pt x="81724" y="11408"/>
                      </a:moveTo>
                      <a:lnTo>
                        <a:pt x="77026" y="4042"/>
                      </a:lnTo>
                      <a:cubicBezTo>
                        <a:pt x="74422" y="-22"/>
                        <a:pt x="69024" y="-1229"/>
                        <a:pt x="64961" y="1375"/>
                      </a:cubicBezTo>
                      <a:lnTo>
                        <a:pt x="0" y="42904"/>
                      </a:lnTo>
                      <a:cubicBezTo>
                        <a:pt x="5017" y="50016"/>
                        <a:pt x="9779" y="57382"/>
                        <a:pt x="14161" y="64939"/>
                      </a:cubicBezTo>
                      <a:lnTo>
                        <a:pt x="79058" y="23473"/>
                      </a:lnTo>
                      <a:cubicBezTo>
                        <a:pt x="83122" y="20870"/>
                        <a:pt x="84328" y="15472"/>
                        <a:pt x="81724" y="1140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2" name="Google Shape;262;p14"/>
                <p:cNvSpPr/>
                <p:nvPr/>
              </p:nvSpPr>
              <p:spPr>
                <a:xfrm>
                  <a:off x="5196141" y="2191343"/>
                  <a:ext cx="83099" cy="64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099" h="64938" extrusionOk="0">
                      <a:moveTo>
                        <a:pt x="81724" y="11408"/>
                      </a:moveTo>
                      <a:lnTo>
                        <a:pt x="77026" y="4042"/>
                      </a:lnTo>
                      <a:cubicBezTo>
                        <a:pt x="74422" y="-22"/>
                        <a:pt x="69024" y="-1229"/>
                        <a:pt x="64961" y="1375"/>
                      </a:cubicBezTo>
                      <a:lnTo>
                        <a:pt x="0" y="42904"/>
                      </a:lnTo>
                      <a:cubicBezTo>
                        <a:pt x="5017" y="50016"/>
                        <a:pt x="9779" y="57382"/>
                        <a:pt x="14161" y="64939"/>
                      </a:cubicBezTo>
                      <a:lnTo>
                        <a:pt x="79058" y="23473"/>
                      </a:lnTo>
                      <a:cubicBezTo>
                        <a:pt x="83122" y="20870"/>
                        <a:pt x="84328" y="15472"/>
                        <a:pt x="81724" y="1140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3" name="Google Shape;263;p14"/>
                <p:cNvSpPr/>
                <p:nvPr/>
              </p:nvSpPr>
              <p:spPr>
                <a:xfrm>
                  <a:off x="5352732" y="2455228"/>
                  <a:ext cx="87344" cy="48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344" h="48956" extrusionOk="0">
                      <a:moveTo>
                        <a:pt x="84264" y="6031"/>
                      </a:moveTo>
                      <a:lnTo>
                        <a:pt x="86932" y="14350"/>
                      </a:lnTo>
                      <a:cubicBezTo>
                        <a:pt x="88392" y="18922"/>
                        <a:pt x="85852" y="23875"/>
                        <a:pt x="81280" y="25335"/>
                      </a:cubicBezTo>
                      <a:lnTo>
                        <a:pt x="7938" y="48957"/>
                      </a:lnTo>
                      <a:cubicBezTo>
                        <a:pt x="5652" y="40512"/>
                        <a:pt x="2984" y="32193"/>
                        <a:pt x="0" y="24001"/>
                      </a:cubicBezTo>
                      <a:lnTo>
                        <a:pt x="73279" y="443"/>
                      </a:lnTo>
                      <a:cubicBezTo>
                        <a:pt x="77851" y="-1081"/>
                        <a:pt x="82740" y="1459"/>
                        <a:pt x="84264" y="603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4" name="Google Shape;264;p14"/>
                <p:cNvSpPr/>
                <p:nvPr/>
              </p:nvSpPr>
              <p:spPr>
                <a:xfrm>
                  <a:off x="5353494" y="2545462"/>
                  <a:ext cx="87344" cy="489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344" h="48957" extrusionOk="0">
                      <a:moveTo>
                        <a:pt x="84265" y="6031"/>
                      </a:moveTo>
                      <a:lnTo>
                        <a:pt x="86932" y="14350"/>
                      </a:lnTo>
                      <a:cubicBezTo>
                        <a:pt x="88392" y="18922"/>
                        <a:pt x="85852" y="23875"/>
                        <a:pt x="81280" y="25335"/>
                      </a:cubicBezTo>
                      <a:lnTo>
                        <a:pt x="7938" y="48957"/>
                      </a:lnTo>
                      <a:cubicBezTo>
                        <a:pt x="5652" y="40512"/>
                        <a:pt x="2984" y="32193"/>
                        <a:pt x="0" y="24002"/>
                      </a:cubicBezTo>
                      <a:lnTo>
                        <a:pt x="73279" y="443"/>
                      </a:lnTo>
                      <a:cubicBezTo>
                        <a:pt x="77851" y="-1081"/>
                        <a:pt x="82804" y="1459"/>
                        <a:pt x="84265" y="603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5" name="Google Shape;265;p14"/>
                <p:cNvSpPr/>
                <p:nvPr/>
              </p:nvSpPr>
              <p:spPr>
                <a:xfrm>
                  <a:off x="5159933" y="2167559"/>
                  <a:ext cx="254772" cy="4829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772" h="482907" extrusionOk="0">
                      <a:moveTo>
                        <a:pt x="249505" y="207340"/>
                      </a:moveTo>
                      <a:lnTo>
                        <a:pt x="228867" y="190894"/>
                      </a:lnTo>
                      <a:lnTo>
                        <a:pt x="229757" y="164605"/>
                      </a:lnTo>
                      <a:cubicBezTo>
                        <a:pt x="229757" y="164605"/>
                        <a:pt x="62942" y="838"/>
                        <a:pt x="23381" y="13"/>
                      </a:cubicBezTo>
                      <a:cubicBezTo>
                        <a:pt x="-16242" y="-749"/>
                        <a:pt x="6490" y="32779"/>
                        <a:pt x="6490" y="32779"/>
                      </a:cubicBezTo>
                      <a:lnTo>
                        <a:pt x="124346" y="216992"/>
                      </a:lnTo>
                      <a:lnTo>
                        <a:pt x="133998" y="234328"/>
                      </a:lnTo>
                      <a:lnTo>
                        <a:pt x="141872" y="255410"/>
                      </a:lnTo>
                      <a:lnTo>
                        <a:pt x="204991" y="462801"/>
                      </a:lnTo>
                      <a:cubicBezTo>
                        <a:pt x="204991" y="462801"/>
                        <a:pt x="215786" y="501790"/>
                        <a:pt x="240869" y="471183"/>
                      </a:cubicBezTo>
                      <a:cubicBezTo>
                        <a:pt x="265888" y="440512"/>
                        <a:pt x="249505" y="207340"/>
                        <a:pt x="249505" y="20734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6" name="Google Shape;266;p14"/>
                <p:cNvSpPr/>
                <p:nvPr/>
              </p:nvSpPr>
              <p:spPr>
                <a:xfrm>
                  <a:off x="5033490" y="2264417"/>
                  <a:ext cx="560314" cy="256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314" h="256064" extrusionOk="0">
                      <a:moveTo>
                        <a:pt x="66258" y="194684"/>
                      </a:moveTo>
                      <a:cubicBezTo>
                        <a:pt x="66258" y="194684"/>
                        <a:pt x="359311" y="54920"/>
                        <a:pt x="420398" y="24821"/>
                      </a:cubicBezTo>
                      <a:cubicBezTo>
                        <a:pt x="481485" y="-5278"/>
                        <a:pt x="543144" y="-9913"/>
                        <a:pt x="558574" y="21519"/>
                      </a:cubicBezTo>
                      <a:cubicBezTo>
                        <a:pt x="574005" y="53015"/>
                        <a:pt x="482564" y="95814"/>
                        <a:pt x="452719" y="107244"/>
                      </a:cubicBezTo>
                      <a:cubicBezTo>
                        <a:pt x="422875" y="118674"/>
                        <a:pt x="86388" y="245356"/>
                        <a:pt x="86388" y="245356"/>
                      </a:cubicBezTo>
                      <a:cubicBezTo>
                        <a:pt x="86388" y="245356"/>
                        <a:pt x="4028" y="269868"/>
                        <a:pt x="155" y="244722"/>
                      </a:cubicBezTo>
                      <a:cubicBezTo>
                        <a:pt x="-3718" y="219575"/>
                        <a:pt x="66258" y="194684"/>
                        <a:pt x="66258" y="19468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7" name="Google Shape;267;p14"/>
              <p:cNvSpPr/>
              <p:nvPr/>
            </p:nvSpPr>
            <p:spPr>
              <a:xfrm>
                <a:off x="5503862" y="2278931"/>
                <a:ext cx="45767" cy="55265"/>
              </a:xfrm>
              <a:custGeom>
                <a:avLst/>
                <a:gdLst/>
                <a:ahLst/>
                <a:cxnLst/>
                <a:rect l="l" t="t" r="r" b="b"/>
                <a:pathLst>
                  <a:path w="45767" h="55265" extrusionOk="0">
                    <a:moveTo>
                      <a:pt x="0" y="2878"/>
                    </a:moveTo>
                    <a:cubicBezTo>
                      <a:pt x="0" y="2878"/>
                      <a:pt x="20129" y="26817"/>
                      <a:pt x="24193" y="55265"/>
                    </a:cubicBezTo>
                    <a:cubicBezTo>
                      <a:pt x="24193" y="55265"/>
                      <a:pt x="53721" y="48471"/>
                      <a:pt x="43688" y="19197"/>
                    </a:cubicBezTo>
                    <a:cubicBezTo>
                      <a:pt x="33591" y="-10140"/>
                      <a:pt x="0" y="2878"/>
                      <a:pt x="0" y="287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68" name="Google Shape;268;p14"/>
          <p:cNvGrpSpPr/>
          <p:nvPr/>
        </p:nvGrpSpPr>
        <p:grpSpPr>
          <a:xfrm>
            <a:off x="-170322" y="-39247"/>
            <a:ext cx="9898125" cy="5486018"/>
            <a:chOff x="-170322" y="-39247"/>
            <a:chExt cx="9898125" cy="5486018"/>
          </a:xfrm>
        </p:grpSpPr>
        <p:sp>
          <p:nvSpPr>
            <p:cNvPr id="269" name="Google Shape;269;p14"/>
            <p:cNvSpPr/>
            <p:nvPr/>
          </p:nvSpPr>
          <p:spPr>
            <a:xfrm>
              <a:off x="1346580" y="4965274"/>
              <a:ext cx="190500" cy="19050"/>
            </a:xfrm>
            <a:custGeom>
              <a:avLst/>
              <a:gdLst/>
              <a:ahLst/>
              <a:cxnLst/>
              <a:rect l="l" t="t" r="r" b="b"/>
              <a:pathLst>
                <a:path w="190500" h="19050" extrusionOk="0">
                  <a:moveTo>
                    <a:pt x="0" y="0"/>
                  </a:moveTo>
                  <a:lnTo>
                    <a:pt x="190500" y="0"/>
                  </a:lnTo>
                  <a:lnTo>
                    <a:pt x="190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0" name="Google Shape;270;p14"/>
            <p:cNvGrpSpPr/>
            <p:nvPr/>
          </p:nvGrpSpPr>
          <p:grpSpPr>
            <a:xfrm>
              <a:off x="7166019" y="62299"/>
              <a:ext cx="1378420" cy="389574"/>
              <a:chOff x="8640762" y="5785103"/>
              <a:chExt cx="730250" cy="206375"/>
            </a:xfrm>
          </p:grpSpPr>
          <p:sp>
            <p:nvSpPr>
              <p:cNvPr id="271" name="Google Shape;271;p14"/>
              <p:cNvSpPr/>
              <p:nvPr/>
            </p:nvSpPr>
            <p:spPr>
              <a:xfrm>
                <a:off x="8799512" y="5785103"/>
                <a:ext cx="412750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412750" h="206375" extrusionOk="0">
                    <a:moveTo>
                      <a:pt x="0" y="206375"/>
                    </a:moveTo>
                    <a:cubicBezTo>
                      <a:pt x="0" y="92393"/>
                      <a:pt x="92393" y="0"/>
                      <a:pt x="206375" y="0"/>
                    </a:cubicBezTo>
                    <a:cubicBezTo>
                      <a:pt x="320357" y="0"/>
                      <a:pt x="412750" y="92393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14"/>
              <p:cNvSpPr/>
              <p:nvPr/>
            </p:nvSpPr>
            <p:spPr>
              <a:xfrm>
                <a:off x="8640762" y="5880353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 extrusionOk="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14"/>
              <p:cNvSpPr/>
              <p:nvPr/>
            </p:nvSpPr>
            <p:spPr>
              <a:xfrm>
                <a:off x="9148762" y="5880353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 extrusionOk="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4" name="Google Shape;274;p14"/>
            <p:cNvGrpSpPr/>
            <p:nvPr/>
          </p:nvGrpSpPr>
          <p:grpSpPr>
            <a:xfrm>
              <a:off x="8809246" y="2070038"/>
              <a:ext cx="863822" cy="311915"/>
              <a:chOff x="10607230" y="6115367"/>
              <a:chExt cx="571500" cy="206375"/>
            </a:xfrm>
          </p:grpSpPr>
          <p:sp>
            <p:nvSpPr>
              <p:cNvPr id="275" name="Google Shape;275;p14"/>
              <p:cNvSpPr/>
              <p:nvPr/>
            </p:nvSpPr>
            <p:spPr>
              <a:xfrm>
                <a:off x="10607230" y="6115367"/>
                <a:ext cx="412750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412750" h="206375" extrusionOk="0">
                    <a:moveTo>
                      <a:pt x="0" y="206375"/>
                    </a:moveTo>
                    <a:cubicBezTo>
                      <a:pt x="0" y="92392"/>
                      <a:pt x="92392" y="0"/>
                      <a:pt x="206375" y="0"/>
                    </a:cubicBezTo>
                    <a:cubicBezTo>
                      <a:pt x="320357" y="0"/>
                      <a:pt x="412750" y="92392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14"/>
              <p:cNvSpPr/>
              <p:nvPr/>
            </p:nvSpPr>
            <p:spPr>
              <a:xfrm>
                <a:off x="10956480" y="6210617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 extrusionOk="0">
                    <a:moveTo>
                      <a:pt x="0" y="111125"/>
                    </a:moveTo>
                    <a:cubicBezTo>
                      <a:pt x="0" y="49721"/>
                      <a:pt x="49784" y="0"/>
                      <a:pt x="111125" y="0"/>
                    </a:cubicBezTo>
                    <a:cubicBezTo>
                      <a:pt x="172529" y="0"/>
                      <a:pt x="222250" y="49721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7" name="Google Shape;277;p14"/>
            <p:cNvGrpSpPr/>
            <p:nvPr/>
          </p:nvGrpSpPr>
          <p:grpSpPr>
            <a:xfrm>
              <a:off x="275621" y="3296129"/>
              <a:ext cx="476259" cy="140238"/>
              <a:chOff x="8653946" y="4723904"/>
              <a:chExt cx="476259" cy="140238"/>
            </a:xfrm>
          </p:grpSpPr>
          <p:sp>
            <p:nvSpPr>
              <p:cNvPr id="278" name="Google Shape;278;p14"/>
              <p:cNvSpPr/>
              <p:nvPr/>
            </p:nvSpPr>
            <p:spPr>
              <a:xfrm>
                <a:off x="8749205" y="4723904"/>
                <a:ext cx="3810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9050" extrusionOk="0">
                    <a:moveTo>
                      <a:pt x="0" y="0"/>
                    </a:moveTo>
                    <a:lnTo>
                      <a:pt x="381000" y="0"/>
                    </a:lnTo>
                    <a:lnTo>
                      <a:pt x="3810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14"/>
              <p:cNvSpPr/>
              <p:nvPr/>
            </p:nvSpPr>
            <p:spPr>
              <a:xfrm>
                <a:off x="8653946" y="4845092"/>
                <a:ext cx="1905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" extrusionOk="0">
                    <a:moveTo>
                      <a:pt x="0" y="0"/>
                    </a:moveTo>
                    <a:lnTo>
                      <a:pt x="190500" y="0"/>
                    </a:lnTo>
                    <a:lnTo>
                      <a:pt x="1905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0" name="Google Shape;280;p14"/>
            <p:cNvSpPr/>
            <p:nvPr/>
          </p:nvSpPr>
          <p:spPr>
            <a:xfrm rot="9724518" flipH="1">
              <a:off x="7418795" y="4855378"/>
              <a:ext cx="2328748" cy="238841"/>
            </a:xfrm>
            <a:custGeom>
              <a:avLst/>
              <a:gdLst/>
              <a:ahLst/>
              <a:cxnLst/>
              <a:rect l="l" t="t" r="r" b="b"/>
              <a:pathLst>
                <a:path w="624585" h="77422" extrusionOk="0">
                  <a:moveTo>
                    <a:pt x="0" y="69331"/>
                  </a:moveTo>
                  <a:cubicBezTo>
                    <a:pt x="32957" y="25326"/>
                    <a:pt x="89090" y="3228"/>
                    <a:pt x="144018" y="370"/>
                  </a:cubicBezTo>
                  <a:cubicBezTo>
                    <a:pt x="198945" y="-2487"/>
                    <a:pt x="253238" y="11610"/>
                    <a:pt x="305626" y="28310"/>
                  </a:cubicBezTo>
                  <a:cubicBezTo>
                    <a:pt x="358013" y="45011"/>
                    <a:pt x="409829" y="64569"/>
                    <a:pt x="464121" y="73205"/>
                  </a:cubicBezTo>
                  <a:cubicBezTo>
                    <a:pt x="518414" y="81777"/>
                    <a:pt x="576580" y="78539"/>
                    <a:pt x="624586" y="51742"/>
                  </a:cubicBezTo>
                </a:path>
              </a:pathLst>
            </a:custGeom>
            <a:noFill/>
            <a:ln w="12700" cap="rnd" cmpd="sng">
              <a:solidFill>
                <a:schemeClr val="accent5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14"/>
            <p:cNvSpPr/>
            <p:nvPr/>
          </p:nvSpPr>
          <p:spPr>
            <a:xfrm rot="10800000" flipH="1">
              <a:off x="-170322" y="-39247"/>
              <a:ext cx="1156513" cy="1462286"/>
            </a:xfrm>
            <a:custGeom>
              <a:avLst/>
              <a:gdLst/>
              <a:ahLst/>
              <a:cxnLst/>
              <a:rect l="l" t="t" r="r" b="b"/>
              <a:pathLst>
                <a:path w="269113" h="282704" extrusionOk="0">
                  <a:moveTo>
                    <a:pt x="0" y="247780"/>
                  </a:moveTo>
                  <a:cubicBezTo>
                    <a:pt x="4572" y="232413"/>
                    <a:pt x="18923" y="221745"/>
                    <a:pt x="34036" y="216474"/>
                  </a:cubicBezTo>
                  <a:cubicBezTo>
                    <a:pt x="49149" y="211204"/>
                    <a:pt x="65405" y="210251"/>
                    <a:pt x="81217" y="207584"/>
                  </a:cubicBezTo>
                  <a:cubicBezTo>
                    <a:pt x="110998" y="202631"/>
                    <a:pt x="140081" y="191392"/>
                    <a:pt x="163513" y="172405"/>
                  </a:cubicBezTo>
                  <a:cubicBezTo>
                    <a:pt x="186944" y="153419"/>
                    <a:pt x="204470" y="126368"/>
                    <a:pt x="209042" y="96523"/>
                  </a:cubicBezTo>
                  <a:cubicBezTo>
                    <a:pt x="213614" y="66677"/>
                    <a:pt x="204343" y="34420"/>
                    <a:pt x="182563" y="13592"/>
                  </a:cubicBezTo>
                  <a:cubicBezTo>
                    <a:pt x="172085" y="3622"/>
                    <a:pt x="156528" y="-3807"/>
                    <a:pt x="143383" y="2098"/>
                  </a:cubicBezTo>
                  <a:cubicBezTo>
                    <a:pt x="130239" y="8004"/>
                    <a:pt x="125413" y="24260"/>
                    <a:pt x="124651" y="38610"/>
                  </a:cubicBezTo>
                  <a:cubicBezTo>
                    <a:pt x="122365" y="80394"/>
                    <a:pt x="142177" y="122812"/>
                    <a:pt x="175768" y="147831"/>
                  </a:cubicBezTo>
                  <a:cubicBezTo>
                    <a:pt x="190246" y="158626"/>
                    <a:pt x="207010" y="166309"/>
                    <a:pt x="220599" y="178184"/>
                  </a:cubicBezTo>
                  <a:cubicBezTo>
                    <a:pt x="250063" y="203901"/>
                    <a:pt x="260350" y="244605"/>
                    <a:pt x="269113" y="282705"/>
                  </a:cubicBezTo>
                </a:path>
              </a:pathLst>
            </a:custGeom>
            <a:noFill/>
            <a:ln w="12700" cap="rnd" cmpd="sng">
              <a:solidFill>
                <a:schemeClr val="accent5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2" name="Google Shape;282;p14"/>
            <p:cNvGrpSpPr/>
            <p:nvPr/>
          </p:nvGrpSpPr>
          <p:grpSpPr>
            <a:xfrm flipH="1">
              <a:off x="609187" y="4902775"/>
              <a:ext cx="562299" cy="203032"/>
              <a:chOff x="10607230" y="6115367"/>
              <a:chExt cx="571500" cy="206375"/>
            </a:xfrm>
          </p:grpSpPr>
          <p:sp>
            <p:nvSpPr>
              <p:cNvPr id="283" name="Google Shape;283;p14"/>
              <p:cNvSpPr/>
              <p:nvPr/>
            </p:nvSpPr>
            <p:spPr>
              <a:xfrm>
                <a:off x="10607230" y="6115367"/>
                <a:ext cx="412750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412750" h="206375" extrusionOk="0">
                    <a:moveTo>
                      <a:pt x="0" y="206375"/>
                    </a:moveTo>
                    <a:cubicBezTo>
                      <a:pt x="0" y="92392"/>
                      <a:pt x="92392" y="0"/>
                      <a:pt x="206375" y="0"/>
                    </a:cubicBezTo>
                    <a:cubicBezTo>
                      <a:pt x="320357" y="0"/>
                      <a:pt x="412750" y="92392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14"/>
              <p:cNvSpPr/>
              <p:nvPr/>
            </p:nvSpPr>
            <p:spPr>
              <a:xfrm>
                <a:off x="10956480" y="6210617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 extrusionOk="0">
                    <a:moveTo>
                      <a:pt x="0" y="111125"/>
                    </a:moveTo>
                    <a:cubicBezTo>
                      <a:pt x="0" y="49721"/>
                      <a:pt x="49784" y="0"/>
                      <a:pt x="111125" y="0"/>
                    </a:cubicBezTo>
                    <a:cubicBezTo>
                      <a:pt x="172529" y="0"/>
                      <a:pt x="222250" y="49721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87" name="Google Shape;287;p15"/>
          <p:cNvGrpSpPr/>
          <p:nvPr/>
        </p:nvGrpSpPr>
        <p:grpSpPr>
          <a:xfrm>
            <a:off x="-435325" y="-71329"/>
            <a:ext cx="9927103" cy="5629682"/>
            <a:chOff x="-587725" y="-223729"/>
            <a:chExt cx="9927103" cy="5629682"/>
          </a:xfrm>
        </p:grpSpPr>
        <p:grpSp>
          <p:nvGrpSpPr>
            <p:cNvPr id="288" name="Google Shape;288;p15"/>
            <p:cNvGrpSpPr/>
            <p:nvPr/>
          </p:nvGrpSpPr>
          <p:grpSpPr>
            <a:xfrm>
              <a:off x="8590665" y="3488161"/>
              <a:ext cx="701624" cy="198306"/>
              <a:chOff x="8640762" y="5785103"/>
              <a:chExt cx="730250" cy="206375"/>
            </a:xfrm>
          </p:grpSpPr>
          <p:sp>
            <p:nvSpPr>
              <p:cNvPr id="289" name="Google Shape;289;p15"/>
              <p:cNvSpPr/>
              <p:nvPr/>
            </p:nvSpPr>
            <p:spPr>
              <a:xfrm>
                <a:off x="8799512" y="5785103"/>
                <a:ext cx="412750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412750" h="206375" extrusionOk="0">
                    <a:moveTo>
                      <a:pt x="0" y="206375"/>
                    </a:moveTo>
                    <a:cubicBezTo>
                      <a:pt x="0" y="92393"/>
                      <a:pt x="92393" y="0"/>
                      <a:pt x="206375" y="0"/>
                    </a:cubicBezTo>
                    <a:cubicBezTo>
                      <a:pt x="320357" y="0"/>
                      <a:pt x="412750" y="92393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15"/>
              <p:cNvSpPr/>
              <p:nvPr/>
            </p:nvSpPr>
            <p:spPr>
              <a:xfrm>
                <a:off x="8640762" y="5880353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 extrusionOk="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15"/>
              <p:cNvSpPr/>
              <p:nvPr/>
            </p:nvSpPr>
            <p:spPr>
              <a:xfrm>
                <a:off x="9148762" y="5880353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 extrusionOk="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2" name="Google Shape;292;p15"/>
            <p:cNvGrpSpPr/>
            <p:nvPr/>
          </p:nvGrpSpPr>
          <p:grpSpPr>
            <a:xfrm>
              <a:off x="8651635" y="3940977"/>
              <a:ext cx="687743" cy="160473"/>
              <a:chOff x="8990012" y="6086729"/>
              <a:chExt cx="571500" cy="133350"/>
            </a:xfrm>
          </p:grpSpPr>
          <p:sp>
            <p:nvSpPr>
              <p:cNvPr id="293" name="Google Shape;293;p15"/>
              <p:cNvSpPr/>
              <p:nvPr/>
            </p:nvSpPr>
            <p:spPr>
              <a:xfrm>
                <a:off x="8990012" y="6201029"/>
                <a:ext cx="3810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9050" extrusionOk="0">
                    <a:moveTo>
                      <a:pt x="0" y="0"/>
                    </a:moveTo>
                    <a:lnTo>
                      <a:pt x="381000" y="0"/>
                    </a:lnTo>
                    <a:lnTo>
                      <a:pt x="3810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15"/>
              <p:cNvSpPr/>
              <p:nvPr/>
            </p:nvSpPr>
            <p:spPr>
              <a:xfrm>
                <a:off x="9180512" y="6086729"/>
                <a:ext cx="3810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9050" extrusionOk="0">
                    <a:moveTo>
                      <a:pt x="0" y="0"/>
                    </a:moveTo>
                    <a:lnTo>
                      <a:pt x="381000" y="0"/>
                    </a:lnTo>
                    <a:lnTo>
                      <a:pt x="3810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5" name="Google Shape;295;p15"/>
            <p:cNvGrpSpPr/>
            <p:nvPr/>
          </p:nvGrpSpPr>
          <p:grpSpPr>
            <a:xfrm>
              <a:off x="7064293" y="-60361"/>
              <a:ext cx="1088650" cy="393124"/>
              <a:chOff x="10607230" y="6115367"/>
              <a:chExt cx="571500" cy="206375"/>
            </a:xfrm>
          </p:grpSpPr>
          <p:sp>
            <p:nvSpPr>
              <p:cNvPr id="296" name="Google Shape;296;p15"/>
              <p:cNvSpPr/>
              <p:nvPr/>
            </p:nvSpPr>
            <p:spPr>
              <a:xfrm>
                <a:off x="10607230" y="6115367"/>
                <a:ext cx="412750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412750" h="206375" extrusionOk="0">
                    <a:moveTo>
                      <a:pt x="0" y="206375"/>
                    </a:moveTo>
                    <a:cubicBezTo>
                      <a:pt x="0" y="92392"/>
                      <a:pt x="92392" y="0"/>
                      <a:pt x="206375" y="0"/>
                    </a:cubicBezTo>
                    <a:cubicBezTo>
                      <a:pt x="320357" y="0"/>
                      <a:pt x="412750" y="92392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15"/>
              <p:cNvSpPr/>
              <p:nvPr/>
            </p:nvSpPr>
            <p:spPr>
              <a:xfrm>
                <a:off x="10956480" y="6210617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 extrusionOk="0">
                    <a:moveTo>
                      <a:pt x="0" y="111125"/>
                    </a:moveTo>
                    <a:cubicBezTo>
                      <a:pt x="0" y="49721"/>
                      <a:pt x="49784" y="0"/>
                      <a:pt x="111125" y="0"/>
                    </a:cubicBezTo>
                    <a:cubicBezTo>
                      <a:pt x="172529" y="0"/>
                      <a:pt x="222250" y="49721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8" name="Google Shape;298;p15"/>
            <p:cNvSpPr/>
            <p:nvPr/>
          </p:nvSpPr>
          <p:spPr>
            <a:xfrm>
              <a:off x="35090" y="1752213"/>
              <a:ext cx="372824" cy="186412"/>
            </a:xfrm>
            <a:custGeom>
              <a:avLst/>
              <a:gdLst/>
              <a:ahLst/>
              <a:cxnLst/>
              <a:rect l="l" t="t" r="r" b="b"/>
              <a:pathLst>
                <a:path w="222250" h="111125" extrusionOk="0">
                  <a:moveTo>
                    <a:pt x="0" y="111125"/>
                  </a:moveTo>
                  <a:cubicBezTo>
                    <a:pt x="0" y="49784"/>
                    <a:pt x="49721" y="0"/>
                    <a:pt x="111125" y="0"/>
                  </a:cubicBezTo>
                  <a:cubicBezTo>
                    <a:pt x="172530" y="0"/>
                    <a:pt x="222250" y="49784"/>
                    <a:pt x="222250" y="111125"/>
                  </a:cubicBezTo>
                  <a:lnTo>
                    <a:pt x="0" y="1111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15"/>
            <p:cNvSpPr/>
            <p:nvPr/>
          </p:nvSpPr>
          <p:spPr>
            <a:xfrm rot="7100148" flipH="1">
              <a:off x="-811454" y="495088"/>
              <a:ext cx="2065916" cy="724730"/>
            </a:xfrm>
            <a:custGeom>
              <a:avLst/>
              <a:gdLst/>
              <a:ahLst/>
              <a:cxnLst/>
              <a:rect l="l" t="t" r="r" b="b"/>
              <a:pathLst>
                <a:path w="324421" h="113808" extrusionOk="0">
                  <a:moveTo>
                    <a:pt x="324422" y="80090"/>
                  </a:moveTo>
                  <a:cubicBezTo>
                    <a:pt x="324422" y="80090"/>
                    <a:pt x="311912" y="40720"/>
                    <a:pt x="235458" y="50309"/>
                  </a:cubicBezTo>
                  <a:cubicBezTo>
                    <a:pt x="157607" y="60088"/>
                    <a:pt x="168783" y="-4682"/>
                    <a:pt x="187135" y="271"/>
                  </a:cubicBezTo>
                  <a:cubicBezTo>
                    <a:pt x="205486" y="5224"/>
                    <a:pt x="199898" y="32592"/>
                    <a:pt x="172974" y="39450"/>
                  </a:cubicBezTo>
                  <a:cubicBezTo>
                    <a:pt x="130492" y="50309"/>
                    <a:pt x="114617" y="12971"/>
                    <a:pt x="70676" y="32592"/>
                  </a:cubicBezTo>
                  <a:cubicBezTo>
                    <a:pt x="41275" y="45737"/>
                    <a:pt x="30035" y="78820"/>
                    <a:pt x="30035" y="78820"/>
                  </a:cubicBezTo>
                  <a:cubicBezTo>
                    <a:pt x="30035" y="78820"/>
                    <a:pt x="13779" y="109427"/>
                    <a:pt x="0" y="113809"/>
                  </a:cubicBezTo>
                </a:path>
              </a:pathLst>
            </a:custGeom>
            <a:noFill/>
            <a:ln w="12700" cap="rnd" cmpd="sng">
              <a:solidFill>
                <a:schemeClr val="accent5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15"/>
            <p:cNvSpPr/>
            <p:nvPr/>
          </p:nvSpPr>
          <p:spPr>
            <a:xfrm>
              <a:off x="6711976" y="4318723"/>
              <a:ext cx="2550380" cy="1087230"/>
            </a:xfrm>
            <a:custGeom>
              <a:avLst/>
              <a:gdLst/>
              <a:ahLst/>
              <a:cxnLst/>
              <a:rect l="l" t="t" r="r" b="b"/>
              <a:pathLst>
                <a:path w="597979" h="254919" extrusionOk="0">
                  <a:moveTo>
                    <a:pt x="0" y="254762"/>
                  </a:moveTo>
                  <a:cubicBezTo>
                    <a:pt x="29654" y="256731"/>
                    <a:pt x="57658" y="239967"/>
                    <a:pt x="78549" y="218821"/>
                  </a:cubicBezTo>
                  <a:cubicBezTo>
                    <a:pt x="99378" y="197676"/>
                    <a:pt x="115062" y="172021"/>
                    <a:pt x="134429" y="149416"/>
                  </a:cubicBezTo>
                  <a:cubicBezTo>
                    <a:pt x="153797" y="126873"/>
                    <a:pt x="178498" y="106680"/>
                    <a:pt x="207899" y="102489"/>
                  </a:cubicBezTo>
                  <a:cubicBezTo>
                    <a:pt x="229870" y="99378"/>
                    <a:pt x="253936" y="106490"/>
                    <a:pt x="267970" y="123635"/>
                  </a:cubicBezTo>
                  <a:cubicBezTo>
                    <a:pt x="282004" y="140779"/>
                    <a:pt x="283464" y="168212"/>
                    <a:pt x="268669" y="184785"/>
                  </a:cubicBezTo>
                  <a:cubicBezTo>
                    <a:pt x="258635" y="196024"/>
                    <a:pt x="237617" y="199390"/>
                    <a:pt x="229870" y="186436"/>
                  </a:cubicBezTo>
                  <a:cubicBezTo>
                    <a:pt x="223457" y="175641"/>
                    <a:pt x="231267" y="160909"/>
                    <a:pt x="242507" y="155257"/>
                  </a:cubicBezTo>
                  <a:cubicBezTo>
                    <a:pt x="253746" y="149606"/>
                    <a:pt x="266954" y="150304"/>
                    <a:pt x="279591" y="150559"/>
                  </a:cubicBezTo>
                  <a:cubicBezTo>
                    <a:pt x="401193" y="152845"/>
                    <a:pt x="522605" y="95504"/>
                    <a:pt x="597979" y="0"/>
                  </a:cubicBezTo>
                </a:path>
              </a:pathLst>
            </a:custGeom>
            <a:noFill/>
            <a:ln w="12700" cap="rnd" cmpd="sng">
              <a:solidFill>
                <a:schemeClr val="accent5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1" name="Google Shape;301;p15"/>
          <p:cNvGrpSpPr/>
          <p:nvPr/>
        </p:nvGrpSpPr>
        <p:grpSpPr>
          <a:xfrm>
            <a:off x="77070" y="2589722"/>
            <a:ext cx="9168790" cy="2553770"/>
            <a:chOff x="77070" y="2589722"/>
            <a:chExt cx="9168790" cy="2553770"/>
          </a:xfrm>
        </p:grpSpPr>
        <p:grpSp>
          <p:nvGrpSpPr>
            <p:cNvPr id="302" name="Google Shape;302;p15"/>
            <p:cNvGrpSpPr/>
            <p:nvPr/>
          </p:nvGrpSpPr>
          <p:grpSpPr>
            <a:xfrm rot="-1193981">
              <a:off x="178028" y="4420187"/>
              <a:ext cx="434231" cy="669390"/>
              <a:chOff x="930783" y="678815"/>
              <a:chExt cx="275081" cy="424052"/>
            </a:xfrm>
          </p:grpSpPr>
          <p:sp>
            <p:nvSpPr>
              <p:cNvPr id="303" name="Google Shape;303;p15"/>
              <p:cNvSpPr/>
              <p:nvPr/>
            </p:nvSpPr>
            <p:spPr>
              <a:xfrm>
                <a:off x="930783" y="678815"/>
                <a:ext cx="275081" cy="424052"/>
              </a:xfrm>
              <a:custGeom>
                <a:avLst/>
                <a:gdLst/>
                <a:ahLst/>
                <a:cxnLst/>
                <a:rect l="l" t="t" r="r" b="b"/>
                <a:pathLst>
                  <a:path w="275081" h="424052" extrusionOk="0">
                    <a:moveTo>
                      <a:pt x="0" y="137541"/>
                    </a:moveTo>
                    <a:cubicBezTo>
                      <a:pt x="0" y="213487"/>
                      <a:pt x="82105" y="424053"/>
                      <a:pt x="137541" y="424053"/>
                    </a:cubicBezTo>
                    <a:cubicBezTo>
                      <a:pt x="189103" y="424053"/>
                      <a:pt x="275082" y="213487"/>
                      <a:pt x="275082" y="137541"/>
                    </a:cubicBezTo>
                    <a:cubicBezTo>
                      <a:pt x="275082" y="61595"/>
                      <a:pt x="213487" y="0"/>
                      <a:pt x="137541" y="0"/>
                    </a:cubicBezTo>
                    <a:cubicBezTo>
                      <a:pt x="61595" y="0"/>
                      <a:pt x="0" y="61595"/>
                      <a:pt x="0" y="13754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15"/>
              <p:cNvSpPr/>
              <p:nvPr/>
            </p:nvSpPr>
            <p:spPr>
              <a:xfrm>
                <a:off x="1007236" y="755205"/>
                <a:ext cx="122237" cy="122301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122301" extrusionOk="0">
                    <a:moveTo>
                      <a:pt x="0" y="61150"/>
                    </a:moveTo>
                    <a:cubicBezTo>
                      <a:pt x="0" y="94933"/>
                      <a:pt x="27368" y="122301"/>
                      <a:pt x="61151" y="122301"/>
                    </a:cubicBezTo>
                    <a:cubicBezTo>
                      <a:pt x="94933" y="122301"/>
                      <a:pt x="122238" y="94933"/>
                      <a:pt x="122238" y="61150"/>
                    </a:cubicBezTo>
                    <a:cubicBezTo>
                      <a:pt x="122238" y="27368"/>
                      <a:pt x="94869" y="0"/>
                      <a:pt x="61151" y="0"/>
                    </a:cubicBezTo>
                    <a:cubicBezTo>
                      <a:pt x="27305" y="0"/>
                      <a:pt x="0" y="27368"/>
                      <a:pt x="0" y="6115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5" name="Google Shape;305;p15"/>
            <p:cNvGrpSpPr/>
            <p:nvPr/>
          </p:nvGrpSpPr>
          <p:grpSpPr>
            <a:xfrm rot="241708">
              <a:off x="8788640" y="2604148"/>
              <a:ext cx="434243" cy="669409"/>
              <a:chOff x="930783" y="678815"/>
              <a:chExt cx="275081" cy="424052"/>
            </a:xfrm>
          </p:grpSpPr>
          <p:sp>
            <p:nvSpPr>
              <p:cNvPr id="306" name="Google Shape;306;p15"/>
              <p:cNvSpPr/>
              <p:nvPr/>
            </p:nvSpPr>
            <p:spPr>
              <a:xfrm>
                <a:off x="930783" y="678815"/>
                <a:ext cx="275081" cy="424052"/>
              </a:xfrm>
              <a:custGeom>
                <a:avLst/>
                <a:gdLst/>
                <a:ahLst/>
                <a:cxnLst/>
                <a:rect l="l" t="t" r="r" b="b"/>
                <a:pathLst>
                  <a:path w="275081" h="424052" extrusionOk="0">
                    <a:moveTo>
                      <a:pt x="0" y="137541"/>
                    </a:moveTo>
                    <a:cubicBezTo>
                      <a:pt x="0" y="213487"/>
                      <a:pt x="82105" y="424053"/>
                      <a:pt x="137541" y="424053"/>
                    </a:cubicBezTo>
                    <a:cubicBezTo>
                      <a:pt x="189103" y="424053"/>
                      <a:pt x="275082" y="213487"/>
                      <a:pt x="275082" y="137541"/>
                    </a:cubicBezTo>
                    <a:cubicBezTo>
                      <a:pt x="275082" y="61595"/>
                      <a:pt x="213487" y="0"/>
                      <a:pt x="137541" y="0"/>
                    </a:cubicBezTo>
                    <a:cubicBezTo>
                      <a:pt x="61595" y="0"/>
                      <a:pt x="0" y="61595"/>
                      <a:pt x="0" y="13754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15"/>
              <p:cNvSpPr/>
              <p:nvPr/>
            </p:nvSpPr>
            <p:spPr>
              <a:xfrm>
                <a:off x="1007236" y="755205"/>
                <a:ext cx="122237" cy="122301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122301" extrusionOk="0">
                    <a:moveTo>
                      <a:pt x="0" y="61150"/>
                    </a:moveTo>
                    <a:cubicBezTo>
                      <a:pt x="0" y="94933"/>
                      <a:pt x="27368" y="122301"/>
                      <a:pt x="61151" y="122301"/>
                    </a:cubicBezTo>
                    <a:cubicBezTo>
                      <a:pt x="94933" y="122301"/>
                      <a:pt x="122238" y="94933"/>
                      <a:pt x="122238" y="61150"/>
                    </a:cubicBezTo>
                    <a:cubicBezTo>
                      <a:pt x="122238" y="27368"/>
                      <a:pt x="94869" y="0"/>
                      <a:pt x="61151" y="0"/>
                    </a:cubicBezTo>
                    <a:cubicBezTo>
                      <a:pt x="27305" y="0"/>
                      <a:pt x="0" y="27368"/>
                      <a:pt x="0" y="6115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3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5" name="Google Shape;355;p18"/>
          <p:cNvSpPr txBox="1">
            <a:spLocks noGrp="1"/>
          </p:cNvSpPr>
          <p:nvPr>
            <p:ph type="subTitle" idx="1"/>
          </p:nvPr>
        </p:nvSpPr>
        <p:spPr>
          <a:xfrm>
            <a:off x="713225" y="3212600"/>
            <a:ext cx="2480700" cy="13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18"/>
          <p:cNvSpPr txBox="1">
            <a:spLocks noGrp="1"/>
          </p:cNvSpPr>
          <p:nvPr>
            <p:ph type="subTitle" idx="2"/>
          </p:nvPr>
        </p:nvSpPr>
        <p:spPr>
          <a:xfrm>
            <a:off x="5943294" y="3214100"/>
            <a:ext cx="2480700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18"/>
          <p:cNvSpPr txBox="1">
            <a:spLocks noGrp="1"/>
          </p:cNvSpPr>
          <p:nvPr>
            <p:ph type="subTitle" idx="3"/>
          </p:nvPr>
        </p:nvSpPr>
        <p:spPr>
          <a:xfrm>
            <a:off x="3328259" y="3214100"/>
            <a:ext cx="2480700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18"/>
          <p:cNvSpPr txBox="1">
            <a:spLocks noGrp="1"/>
          </p:cNvSpPr>
          <p:nvPr>
            <p:ph type="subTitle" idx="4"/>
          </p:nvPr>
        </p:nvSpPr>
        <p:spPr>
          <a:xfrm>
            <a:off x="713213" y="2450225"/>
            <a:ext cx="2480700" cy="80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  <p:sp>
        <p:nvSpPr>
          <p:cNvPr id="359" name="Google Shape;359;p18"/>
          <p:cNvSpPr txBox="1">
            <a:spLocks noGrp="1"/>
          </p:cNvSpPr>
          <p:nvPr>
            <p:ph type="subTitle" idx="5"/>
          </p:nvPr>
        </p:nvSpPr>
        <p:spPr>
          <a:xfrm>
            <a:off x="3328247" y="2450225"/>
            <a:ext cx="2480700" cy="80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  <p:sp>
        <p:nvSpPr>
          <p:cNvPr id="360" name="Google Shape;360;p18"/>
          <p:cNvSpPr txBox="1">
            <a:spLocks noGrp="1"/>
          </p:cNvSpPr>
          <p:nvPr>
            <p:ph type="subTitle" idx="6"/>
          </p:nvPr>
        </p:nvSpPr>
        <p:spPr>
          <a:xfrm>
            <a:off x="5943281" y="2450225"/>
            <a:ext cx="24807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  <p:grpSp>
        <p:nvGrpSpPr>
          <p:cNvPr id="361" name="Google Shape;361;p18"/>
          <p:cNvGrpSpPr/>
          <p:nvPr/>
        </p:nvGrpSpPr>
        <p:grpSpPr>
          <a:xfrm>
            <a:off x="-587725" y="-223729"/>
            <a:ext cx="9927103" cy="5629682"/>
            <a:chOff x="-587725" y="-223729"/>
            <a:chExt cx="9927103" cy="5629682"/>
          </a:xfrm>
        </p:grpSpPr>
        <p:grpSp>
          <p:nvGrpSpPr>
            <p:cNvPr id="362" name="Google Shape;362;p18"/>
            <p:cNvGrpSpPr/>
            <p:nvPr/>
          </p:nvGrpSpPr>
          <p:grpSpPr>
            <a:xfrm>
              <a:off x="8590665" y="3488161"/>
              <a:ext cx="701624" cy="198306"/>
              <a:chOff x="8640762" y="5785103"/>
              <a:chExt cx="730250" cy="206375"/>
            </a:xfrm>
          </p:grpSpPr>
          <p:sp>
            <p:nvSpPr>
              <p:cNvPr id="363" name="Google Shape;363;p18"/>
              <p:cNvSpPr/>
              <p:nvPr/>
            </p:nvSpPr>
            <p:spPr>
              <a:xfrm>
                <a:off x="8799512" y="5785103"/>
                <a:ext cx="412750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412750" h="206375" extrusionOk="0">
                    <a:moveTo>
                      <a:pt x="0" y="206375"/>
                    </a:moveTo>
                    <a:cubicBezTo>
                      <a:pt x="0" y="92393"/>
                      <a:pt x="92393" y="0"/>
                      <a:pt x="206375" y="0"/>
                    </a:cubicBezTo>
                    <a:cubicBezTo>
                      <a:pt x="320357" y="0"/>
                      <a:pt x="412750" y="92393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18"/>
              <p:cNvSpPr/>
              <p:nvPr/>
            </p:nvSpPr>
            <p:spPr>
              <a:xfrm>
                <a:off x="8640762" y="5880353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 extrusionOk="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18"/>
              <p:cNvSpPr/>
              <p:nvPr/>
            </p:nvSpPr>
            <p:spPr>
              <a:xfrm>
                <a:off x="9148762" y="5880353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 extrusionOk="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6" name="Google Shape;366;p18"/>
            <p:cNvGrpSpPr/>
            <p:nvPr/>
          </p:nvGrpSpPr>
          <p:grpSpPr>
            <a:xfrm>
              <a:off x="8651635" y="3940977"/>
              <a:ext cx="687743" cy="160473"/>
              <a:chOff x="8990012" y="6086729"/>
              <a:chExt cx="571500" cy="133350"/>
            </a:xfrm>
          </p:grpSpPr>
          <p:sp>
            <p:nvSpPr>
              <p:cNvPr id="367" name="Google Shape;367;p18"/>
              <p:cNvSpPr/>
              <p:nvPr/>
            </p:nvSpPr>
            <p:spPr>
              <a:xfrm>
                <a:off x="8990012" y="6201029"/>
                <a:ext cx="3810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9050" extrusionOk="0">
                    <a:moveTo>
                      <a:pt x="0" y="0"/>
                    </a:moveTo>
                    <a:lnTo>
                      <a:pt x="381000" y="0"/>
                    </a:lnTo>
                    <a:lnTo>
                      <a:pt x="3810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18"/>
              <p:cNvSpPr/>
              <p:nvPr/>
            </p:nvSpPr>
            <p:spPr>
              <a:xfrm>
                <a:off x="9180512" y="6086729"/>
                <a:ext cx="3810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9050" extrusionOk="0">
                    <a:moveTo>
                      <a:pt x="0" y="0"/>
                    </a:moveTo>
                    <a:lnTo>
                      <a:pt x="381000" y="0"/>
                    </a:lnTo>
                    <a:lnTo>
                      <a:pt x="3810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9" name="Google Shape;369;p18"/>
            <p:cNvGrpSpPr/>
            <p:nvPr/>
          </p:nvGrpSpPr>
          <p:grpSpPr>
            <a:xfrm>
              <a:off x="7064293" y="-60361"/>
              <a:ext cx="1088650" cy="393124"/>
              <a:chOff x="10607230" y="6115367"/>
              <a:chExt cx="571500" cy="206375"/>
            </a:xfrm>
          </p:grpSpPr>
          <p:sp>
            <p:nvSpPr>
              <p:cNvPr id="370" name="Google Shape;370;p18"/>
              <p:cNvSpPr/>
              <p:nvPr/>
            </p:nvSpPr>
            <p:spPr>
              <a:xfrm>
                <a:off x="10607230" y="6115367"/>
                <a:ext cx="412750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412750" h="206375" extrusionOk="0">
                    <a:moveTo>
                      <a:pt x="0" y="206375"/>
                    </a:moveTo>
                    <a:cubicBezTo>
                      <a:pt x="0" y="92392"/>
                      <a:pt x="92392" y="0"/>
                      <a:pt x="206375" y="0"/>
                    </a:cubicBezTo>
                    <a:cubicBezTo>
                      <a:pt x="320357" y="0"/>
                      <a:pt x="412750" y="92392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0956480" y="6210617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 extrusionOk="0">
                    <a:moveTo>
                      <a:pt x="0" y="111125"/>
                    </a:moveTo>
                    <a:cubicBezTo>
                      <a:pt x="0" y="49721"/>
                      <a:pt x="49784" y="0"/>
                      <a:pt x="111125" y="0"/>
                    </a:cubicBezTo>
                    <a:cubicBezTo>
                      <a:pt x="172529" y="0"/>
                      <a:pt x="222250" y="49721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2" name="Google Shape;372;p18"/>
            <p:cNvSpPr/>
            <p:nvPr/>
          </p:nvSpPr>
          <p:spPr>
            <a:xfrm>
              <a:off x="186028" y="1560338"/>
              <a:ext cx="372824" cy="186412"/>
            </a:xfrm>
            <a:custGeom>
              <a:avLst/>
              <a:gdLst/>
              <a:ahLst/>
              <a:cxnLst/>
              <a:rect l="l" t="t" r="r" b="b"/>
              <a:pathLst>
                <a:path w="222250" h="111125" extrusionOk="0">
                  <a:moveTo>
                    <a:pt x="0" y="111125"/>
                  </a:moveTo>
                  <a:cubicBezTo>
                    <a:pt x="0" y="49784"/>
                    <a:pt x="49721" y="0"/>
                    <a:pt x="111125" y="0"/>
                  </a:cubicBezTo>
                  <a:cubicBezTo>
                    <a:pt x="172530" y="0"/>
                    <a:pt x="222250" y="49784"/>
                    <a:pt x="222250" y="111125"/>
                  </a:cubicBezTo>
                  <a:lnTo>
                    <a:pt x="0" y="1111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18"/>
            <p:cNvSpPr/>
            <p:nvPr/>
          </p:nvSpPr>
          <p:spPr>
            <a:xfrm rot="7100148" flipH="1">
              <a:off x="-811454" y="495088"/>
              <a:ext cx="2065916" cy="724730"/>
            </a:xfrm>
            <a:custGeom>
              <a:avLst/>
              <a:gdLst/>
              <a:ahLst/>
              <a:cxnLst/>
              <a:rect l="l" t="t" r="r" b="b"/>
              <a:pathLst>
                <a:path w="324421" h="113808" extrusionOk="0">
                  <a:moveTo>
                    <a:pt x="324422" y="80090"/>
                  </a:moveTo>
                  <a:cubicBezTo>
                    <a:pt x="324422" y="80090"/>
                    <a:pt x="311912" y="40720"/>
                    <a:pt x="235458" y="50309"/>
                  </a:cubicBezTo>
                  <a:cubicBezTo>
                    <a:pt x="157607" y="60088"/>
                    <a:pt x="168783" y="-4682"/>
                    <a:pt x="187135" y="271"/>
                  </a:cubicBezTo>
                  <a:cubicBezTo>
                    <a:pt x="205486" y="5224"/>
                    <a:pt x="199898" y="32592"/>
                    <a:pt x="172974" y="39450"/>
                  </a:cubicBezTo>
                  <a:cubicBezTo>
                    <a:pt x="130492" y="50309"/>
                    <a:pt x="114617" y="12971"/>
                    <a:pt x="70676" y="32592"/>
                  </a:cubicBezTo>
                  <a:cubicBezTo>
                    <a:pt x="41275" y="45737"/>
                    <a:pt x="30035" y="78820"/>
                    <a:pt x="30035" y="78820"/>
                  </a:cubicBezTo>
                  <a:cubicBezTo>
                    <a:pt x="30035" y="78820"/>
                    <a:pt x="13779" y="109427"/>
                    <a:pt x="0" y="113809"/>
                  </a:cubicBezTo>
                </a:path>
              </a:pathLst>
            </a:custGeom>
            <a:noFill/>
            <a:ln w="12700" cap="rnd" cmpd="sng">
              <a:solidFill>
                <a:schemeClr val="accent5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18"/>
            <p:cNvSpPr/>
            <p:nvPr/>
          </p:nvSpPr>
          <p:spPr>
            <a:xfrm>
              <a:off x="6711976" y="4318723"/>
              <a:ext cx="2550380" cy="1087230"/>
            </a:xfrm>
            <a:custGeom>
              <a:avLst/>
              <a:gdLst/>
              <a:ahLst/>
              <a:cxnLst/>
              <a:rect l="l" t="t" r="r" b="b"/>
              <a:pathLst>
                <a:path w="597979" h="254919" extrusionOk="0">
                  <a:moveTo>
                    <a:pt x="0" y="254762"/>
                  </a:moveTo>
                  <a:cubicBezTo>
                    <a:pt x="29654" y="256731"/>
                    <a:pt x="57658" y="239967"/>
                    <a:pt x="78549" y="218821"/>
                  </a:cubicBezTo>
                  <a:cubicBezTo>
                    <a:pt x="99378" y="197676"/>
                    <a:pt x="115062" y="172021"/>
                    <a:pt x="134429" y="149416"/>
                  </a:cubicBezTo>
                  <a:cubicBezTo>
                    <a:pt x="153797" y="126873"/>
                    <a:pt x="178498" y="106680"/>
                    <a:pt x="207899" y="102489"/>
                  </a:cubicBezTo>
                  <a:cubicBezTo>
                    <a:pt x="229870" y="99378"/>
                    <a:pt x="253936" y="106490"/>
                    <a:pt x="267970" y="123635"/>
                  </a:cubicBezTo>
                  <a:cubicBezTo>
                    <a:pt x="282004" y="140779"/>
                    <a:pt x="283464" y="168212"/>
                    <a:pt x="268669" y="184785"/>
                  </a:cubicBezTo>
                  <a:cubicBezTo>
                    <a:pt x="258635" y="196024"/>
                    <a:pt x="237617" y="199390"/>
                    <a:pt x="229870" y="186436"/>
                  </a:cubicBezTo>
                  <a:cubicBezTo>
                    <a:pt x="223457" y="175641"/>
                    <a:pt x="231267" y="160909"/>
                    <a:pt x="242507" y="155257"/>
                  </a:cubicBezTo>
                  <a:cubicBezTo>
                    <a:pt x="253746" y="149606"/>
                    <a:pt x="266954" y="150304"/>
                    <a:pt x="279591" y="150559"/>
                  </a:cubicBezTo>
                  <a:cubicBezTo>
                    <a:pt x="401193" y="152845"/>
                    <a:pt x="522605" y="95504"/>
                    <a:pt x="597979" y="0"/>
                  </a:cubicBezTo>
                </a:path>
              </a:pathLst>
            </a:custGeom>
            <a:noFill/>
            <a:ln w="12700" cap="rnd" cmpd="sng">
              <a:solidFill>
                <a:schemeClr val="accent5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5" name="Google Shape;375;p18"/>
          <p:cNvGrpSpPr/>
          <p:nvPr/>
        </p:nvGrpSpPr>
        <p:grpSpPr>
          <a:xfrm>
            <a:off x="-375491" y="807134"/>
            <a:ext cx="9519482" cy="4459952"/>
            <a:chOff x="-375491" y="807134"/>
            <a:chExt cx="9519482" cy="4459952"/>
          </a:xfrm>
        </p:grpSpPr>
        <p:grpSp>
          <p:nvGrpSpPr>
            <p:cNvPr id="376" name="Google Shape;376;p18"/>
            <p:cNvGrpSpPr/>
            <p:nvPr/>
          </p:nvGrpSpPr>
          <p:grpSpPr>
            <a:xfrm rot="-261523">
              <a:off x="-284302" y="2819488"/>
              <a:ext cx="675760" cy="2425426"/>
              <a:chOff x="10484452" y="-4336775"/>
              <a:chExt cx="675765" cy="2425445"/>
            </a:xfrm>
          </p:grpSpPr>
          <p:sp>
            <p:nvSpPr>
              <p:cNvPr id="377" name="Google Shape;377;p18"/>
              <p:cNvSpPr/>
              <p:nvPr/>
            </p:nvSpPr>
            <p:spPr>
              <a:xfrm>
                <a:off x="10505661" y="-4336775"/>
                <a:ext cx="633348" cy="2425445"/>
              </a:xfrm>
              <a:custGeom>
                <a:avLst/>
                <a:gdLst/>
                <a:ahLst/>
                <a:cxnLst/>
                <a:rect l="l" t="t" r="r" b="b"/>
                <a:pathLst>
                  <a:path w="633348" h="2425445" extrusionOk="0">
                    <a:moveTo>
                      <a:pt x="493078" y="402654"/>
                    </a:moveTo>
                    <a:lnTo>
                      <a:pt x="493078" y="141351"/>
                    </a:lnTo>
                    <a:cubicBezTo>
                      <a:pt x="493078" y="63310"/>
                      <a:pt x="414084" y="0"/>
                      <a:pt x="316674" y="0"/>
                    </a:cubicBezTo>
                    <a:cubicBezTo>
                      <a:pt x="219266" y="0"/>
                      <a:pt x="140272" y="63310"/>
                      <a:pt x="140272" y="141351"/>
                    </a:cubicBezTo>
                    <a:lnTo>
                      <a:pt x="140272" y="402654"/>
                    </a:lnTo>
                    <a:cubicBezTo>
                      <a:pt x="98298" y="434721"/>
                      <a:pt x="50800" y="465074"/>
                      <a:pt x="0" y="487299"/>
                    </a:cubicBezTo>
                    <a:lnTo>
                      <a:pt x="0" y="1837690"/>
                    </a:lnTo>
                    <a:cubicBezTo>
                      <a:pt x="0" y="1837690"/>
                      <a:pt x="140272" y="1977200"/>
                      <a:pt x="140272" y="2099945"/>
                    </a:cubicBezTo>
                    <a:lnTo>
                      <a:pt x="140272" y="2284095"/>
                    </a:lnTo>
                    <a:cubicBezTo>
                      <a:pt x="140272" y="2362200"/>
                      <a:pt x="219266" y="2425446"/>
                      <a:pt x="316674" y="2425446"/>
                    </a:cubicBezTo>
                    <a:cubicBezTo>
                      <a:pt x="414084" y="2425446"/>
                      <a:pt x="493078" y="2362137"/>
                      <a:pt x="493078" y="2284095"/>
                    </a:cubicBezTo>
                    <a:lnTo>
                      <a:pt x="493078" y="2099945"/>
                    </a:lnTo>
                    <a:cubicBezTo>
                      <a:pt x="493078" y="1977200"/>
                      <a:pt x="633349" y="1837690"/>
                      <a:pt x="633349" y="1837690"/>
                    </a:cubicBezTo>
                    <a:lnTo>
                      <a:pt x="633349" y="487299"/>
                    </a:lnTo>
                    <a:cubicBezTo>
                      <a:pt x="582549" y="465074"/>
                      <a:pt x="535051" y="434721"/>
                      <a:pt x="493078" y="4026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18"/>
              <p:cNvSpPr/>
              <p:nvPr/>
            </p:nvSpPr>
            <p:spPr>
              <a:xfrm>
                <a:off x="10620786" y="-4086711"/>
                <a:ext cx="423100" cy="49085"/>
              </a:xfrm>
              <a:custGeom>
                <a:avLst/>
                <a:gdLst/>
                <a:ahLst/>
                <a:cxnLst/>
                <a:rect l="l" t="t" r="r" b="b"/>
                <a:pathLst>
                  <a:path w="423100" h="49085" extrusionOk="0">
                    <a:moveTo>
                      <a:pt x="0" y="0"/>
                    </a:moveTo>
                    <a:lnTo>
                      <a:pt x="423100" y="0"/>
                    </a:lnTo>
                    <a:lnTo>
                      <a:pt x="423100" y="49086"/>
                    </a:lnTo>
                    <a:lnTo>
                      <a:pt x="0" y="490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18"/>
              <p:cNvSpPr/>
              <p:nvPr/>
            </p:nvSpPr>
            <p:spPr>
              <a:xfrm>
                <a:off x="10620786" y="-2216509"/>
                <a:ext cx="423100" cy="49085"/>
              </a:xfrm>
              <a:custGeom>
                <a:avLst/>
                <a:gdLst/>
                <a:ahLst/>
                <a:cxnLst/>
                <a:rect l="l" t="t" r="r" b="b"/>
                <a:pathLst>
                  <a:path w="423100" h="49085" extrusionOk="0">
                    <a:moveTo>
                      <a:pt x="0" y="0"/>
                    </a:moveTo>
                    <a:lnTo>
                      <a:pt x="423100" y="0"/>
                    </a:lnTo>
                    <a:lnTo>
                      <a:pt x="423100" y="49085"/>
                    </a:lnTo>
                    <a:lnTo>
                      <a:pt x="0" y="4908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0694192" y="-2359140"/>
                <a:ext cx="256413" cy="191652"/>
              </a:xfrm>
              <a:custGeom>
                <a:avLst/>
                <a:gdLst/>
                <a:ahLst/>
                <a:cxnLst/>
                <a:rect l="l" t="t" r="r" b="b"/>
                <a:pathLst>
                  <a:path w="256413" h="191652" extrusionOk="0">
                    <a:moveTo>
                      <a:pt x="0" y="191652"/>
                    </a:moveTo>
                    <a:lnTo>
                      <a:pt x="55626" y="191652"/>
                    </a:lnTo>
                    <a:lnTo>
                      <a:pt x="200787" y="191652"/>
                    </a:lnTo>
                    <a:lnTo>
                      <a:pt x="256413" y="191652"/>
                    </a:lnTo>
                    <a:lnTo>
                      <a:pt x="256413" y="148409"/>
                    </a:lnTo>
                    <a:lnTo>
                      <a:pt x="201168" y="131264"/>
                    </a:lnTo>
                    <a:lnTo>
                      <a:pt x="201168" y="38617"/>
                    </a:lnTo>
                    <a:cubicBezTo>
                      <a:pt x="201168" y="-1642"/>
                      <a:pt x="168529" y="9"/>
                      <a:pt x="128207" y="9"/>
                    </a:cubicBezTo>
                    <a:cubicBezTo>
                      <a:pt x="87948" y="9"/>
                      <a:pt x="55245" y="-1642"/>
                      <a:pt x="55245" y="38617"/>
                    </a:cubicBezTo>
                    <a:lnTo>
                      <a:pt x="55245" y="131200"/>
                    </a:lnTo>
                    <a:lnTo>
                      <a:pt x="0" y="148345"/>
                    </a:lnTo>
                    <a:lnTo>
                      <a:pt x="0" y="191652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0766582" y="-2337667"/>
                <a:ext cx="111569" cy="152653"/>
              </a:xfrm>
              <a:custGeom>
                <a:avLst/>
                <a:gdLst/>
                <a:ahLst/>
                <a:cxnLst/>
                <a:rect l="l" t="t" r="r" b="b"/>
                <a:pathLst>
                  <a:path w="111569" h="152653" extrusionOk="0">
                    <a:moveTo>
                      <a:pt x="111379" y="152654"/>
                    </a:moveTo>
                    <a:cubicBezTo>
                      <a:pt x="111506" y="151320"/>
                      <a:pt x="111570" y="150051"/>
                      <a:pt x="111570" y="148717"/>
                    </a:cubicBezTo>
                    <a:lnTo>
                      <a:pt x="111570" y="55753"/>
                    </a:lnTo>
                    <a:cubicBezTo>
                      <a:pt x="111570" y="24955"/>
                      <a:pt x="86614" y="0"/>
                      <a:pt x="55753" y="0"/>
                    </a:cubicBezTo>
                    <a:cubicBezTo>
                      <a:pt x="24956" y="0"/>
                      <a:pt x="0" y="24955"/>
                      <a:pt x="0" y="55753"/>
                    </a:cubicBezTo>
                    <a:lnTo>
                      <a:pt x="0" y="148717"/>
                    </a:lnTo>
                    <a:cubicBezTo>
                      <a:pt x="0" y="150051"/>
                      <a:pt x="127" y="151320"/>
                      <a:pt x="190" y="152654"/>
                    </a:cubicBezTo>
                    <a:lnTo>
                      <a:pt x="111379" y="15265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0785950" y="-2312013"/>
                <a:ext cx="72834" cy="63055"/>
              </a:xfrm>
              <a:custGeom>
                <a:avLst/>
                <a:gdLst/>
                <a:ahLst/>
                <a:cxnLst/>
                <a:rect l="l" t="t" r="r" b="b"/>
                <a:pathLst>
                  <a:path w="72834" h="63055" extrusionOk="0">
                    <a:moveTo>
                      <a:pt x="18225" y="63055"/>
                    </a:moveTo>
                    <a:lnTo>
                      <a:pt x="54610" y="63055"/>
                    </a:lnTo>
                    <a:lnTo>
                      <a:pt x="72835" y="31559"/>
                    </a:lnTo>
                    <a:lnTo>
                      <a:pt x="54610" y="0"/>
                    </a:lnTo>
                    <a:lnTo>
                      <a:pt x="18225" y="0"/>
                    </a:lnTo>
                    <a:lnTo>
                      <a:pt x="0" y="31559"/>
                    </a:lnTo>
                    <a:lnTo>
                      <a:pt x="18225" y="63055"/>
                    </a:lnTo>
                    <a:close/>
                    <a:moveTo>
                      <a:pt x="36385" y="15430"/>
                    </a:moveTo>
                    <a:cubicBezTo>
                      <a:pt x="45275" y="15430"/>
                      <a:pt x="52451" y="22670"/>
                      <a:pt x="52451" y="31559"/>
                    </a:cubicBezTo>
                    <a:cubicBezTo>
                      <a:pt x="52451" y="40449"/>
                      <a:pt x="45275" y="47625"/>
                      <a:pt x="36385" y="47625"/>
                    </a:cubicBezTo>
                    <a:cubicBezTo>
                      <a:pt x="27496" y="47625"/>
                      <a:pt x="20320" y="40449"/>
                      <a:pt x="20320" y="31559"/>
                    </a:cubicBezTo>
                    <a:cubicBezTo>
                      <a:pt x="20320" y="22670"/>
                      <a:pt x="27559" y="15430"/>
                      <a:pt x="36385" y="1543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18"/>
              <p:cNvSpPr/>
              <p:nvPr/>
            </p:nvSpPr>
            <p:spPr>
              <a:xfrm>
                <a:off x="11023947" y="-2300266"/>
                <a:ext cx="136270" cy="208089"/>
              </a:xfrm>
              <a:custGeom>
                <a:avLst/>
                <a:gdLst/>
                <a:ahLst/>
                <a:cxnLst/>
                <a:rect l="l" t="t" r="r" b="b"/>
                <a:pathLst>
                  <a:path w="136270" h="208089" extrusionOk="0">
                    <a:moveTo>
                      <a:pt x="116332" y="8382"/>
                    </a:moveTo>
                    <a:lnTo>
                      <a:pt x="116332" y="8382"/>
                    </a:lnTo>
                    <a:cubicBezTo>
                      <a:pt x="104013" y="2159"/>
                      <a:pt x="86995" y="0"/>
                      <a:pt x="68136" y="0"/>
                    </a:cubicBezTo>
                    <a:cubicBezTo>
                      <a:pt x="49340" y="0"/>
                      <a:pt x="32258" y="2159"/>
                      <a:pt x="19939" y="8382"/>
                    </a:cubicBezTo>
                    <a:lnTo>
                      <a:pt x="19939" y="8382"/>
                    </a:lnTo>
                    <a:cubicBezTo>
                      <a:pt x="7620" y="14605"/>
                      <a:pt x="0" y="24765"/>
                      <a:pt x="0" y="40767"/>
                    </a:cubicBezTo>
                    <a:lnTo>
                      <a:pt x="0" y="167323"/>
                    </a:lnTo>
                    <a:cubicBezTo>
                      <a:pt x="0" y="183324"/>
                      <a:pt x="7620" y="193485"/>
                      <a:pt x="19939" y="199708"/>
                    </a:cubicBezTo>
                    <a:lnTo>
                      <a:pt x="19939" y="199708"/>
                    </a:lnTo>
                    <a:cubicBezTo>
                      <a:pt x="21019" y="200216"/>
                      <a:pt x="22162" y="200724"/>
                      <a:pt x="23305" y="201168"/>
                    </a:cubicBezTo>
                    <a:cubicBezTo>
                      <a:pt x="35306" y="206185"/>
                      <a:pt x="50927" y="208090"/>
                      <a:pt x="68136" y="208090"/>
                    </a:cubicBezTo>
                    <a:cubicBezTo>
                      <a:pt x="105791" y="208090"/>
                      <a:pt x="136271" y="199327"/>
                      <a:pt x="136271" y="167323"/>
                    </a:cubicBezTo>
                    <a:lnTo>
                      <a:pt x="136271" y="40704"/>
                    </a:lnTo>
                    <a:cubicBezTo>
                      <a:pt x="136271" y="24765"/>
                      <a:pt x="128651" y="14542"/>
                      <a:pt x="116332" y="838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18"/>
              <p:cNvSpPr/>
              <p:nvPr/>
            </p:nvSpPr>
            <p:spPr>
              <a:xfrm>
                <a:off x="10484452" y="-2300266"/>
                <a:ext cx="136271" cy="208089"/>
              </a:xfrm>
              <a:custGeom>
                <a:avLst/>
                <a:gdLst/>
                <a:ahLst/>
                <a:cxnLst/>
                <a:rect l="l" t="t" r="r" b="b"/>
                <a:pathLst>
                  <a:path w="136271" h="208089" extrusionOk="0">
                    <a:moveTo>
                      <a:pt x="112077" y="6477"/>
                    </a:moveTo>
                    <a:cubicBezTo>
                      <a:pt x="100203" y="1715"/>
                      <a:pt x="84899" y="0"/>
                      <a:pt x="68136" y="0"/>
                    </a:cubicBezTo>
                    <a:cubicBezTo>
                      <a:pt x="49340" y="0"/>
                      <a:pt x="32258" y="2159"/>
                      <a:pt x="19939" y="8382"/>
                    </a:cubicBezTo>
                    <a:lnTo>
                      <a:pt x="19939" y="8382"/>
                    </a:lnTo>
                    <a:cubicBezTo>
                      <a:pt x="7620" y="14605"/>
                      <a:pt x="0" y="24765"/>
                      <a:pt x="0" y="40767"/>
                    </a:cubicBezTo>
                    <a:lnTo>
                      <a:pt x="0" y="167323"/>
                    </a:lnTo>
                    <a:cubicBezTo>
                      <a:pt x="0" y="199327"/>
                      <a:pt x="30543" y="208090"/>
                      <a:pt x="68136" y="208090"/>
                    </a:cubicBezTo>
                    <a:cubicBezTo>
                      <a:pt x="105791" y="208090"/>
                      <a:pt x="136271" y="199327"/>
                      <a:pt x="136271" y="167323"/>
                    </a:cubicBezTo>
                    <a:lnTo>
                      <a:pt x="136271" y="40704"/>
                    </a:lnTo>
                    <a:cubicBezTo>
                      <a:pt x="136334" y="22987"/>
                      <a:pt x="126936" y="12383"/>
                      <a:pt x="112077" y="647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18"/>
              <p:cNvSpPr/>
              <p:nvPr/>
            </p:nvSpPr>
            <p:spPr>
              <a:xfrm>
                <a:off x="10694192" y="-4086712"/>
                <a:ext cx="256413" cy="191652"/>
              </a:xfrm>
              <a:custGeom>
                <a:avLst/>
                <a:gdLst/>
                <a:ahLst/>
                <a:cxnLst/>
                <a:rect l="l" t="t" r="r" b="b"/>
                <a:pathLst>
                  <a:path w="256413" h="191652" extrusionOk="0">
                    <a:moveTo>
                      <a:pt x="256350" y="0"/>
                    </a:moveTo>
                    <a:lnTo>
                      <a:pt x="200724" y="0"/>
                    </a:lnTo>
                    <a:lnTo>
                      <a:pt x="55563" y="0"/>
                    </a:lnTo>
                    <a:lnTo>
                      <a:pt x="0" y="0"/>
                    </a:lnTo>
                    <a:lnTo>
                      <a:pt x="0" y="43243"/>
                    </a:lnTo>
                    <a:lnTo>
                      <a:pt x="55245" y="60389"/>
                    </a:lnTo>
                    <a:lnTo>
                      <a:pt x="55245" y="153035"/>
                    </a:lnTo>
                    <a:cubicBezTo>
                      <a:pt x="55245" y="193294"/>
                      <a:pt x="87884" y="191643"/>
                      <a:pt x="128207" y="191643"/>
                    </a:cubicBezTo>
                    <a:cubicBezTo>
                      <a:pt x="168466" y="191643"/>
                      <a:pt x="201168" y="193294"/>
                      <a:pt x="201168" y="153035"/>
                    </a:cubicBezTo>
                    <a:lnTo>
                      <a:pt x="201168" y="60389"/>
                    </a:lnTo>
                    <a:lnTo>
                      <a:pt x="256413" y="43243"/>
                    </a:lnTo>
                    <a:lnTo>
                      <a:pt x="25641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p18"/>
              <p:cNvSpPr/>
              <p:nvPr/>
            </p:nvSpPr>
            <p:spPr>
              <a:xfrm>
                <a:off x="10766582" y="-4069185"/>
                <a:ext cx="111633" cy="152717"/>
              </a:xfrm>
              <a:custGeom>
                <a:avLst/>
                <a:gdLst/>
                <a:ahLst/>
                <a:cxnLst/>
                <a:rect l="l" t="t" r="r" b="b"/>
                <a:pathLst>
                  <a:path w="111633" h="152717" extrusionOk="0">
                    <a:moveTo>
                      <a:pt x="190" y="0"/>
                    </a:moveTo>
                    <a:cubicBezTo>
                      <a:pt x="64" y="1333"/>
                      <a:pt x="0" y="2604"/>
                      <a:pt x="0" y="3937"/>
                    </a:cubicBezTo>
                    <a:lnTo>
                      <a:pt x="0" y="96901"/>
                    </a:lnTo>
                    <a:cubicBezTo>
                      <a:pt x="0" y="127698"/>
                      <a:pt x="24956" y="152717"/>
                      <a:pt x="55817" y="152717"/>
                    </a:cubicBezTo>
                    <a:cubicBezTo>
                      <a:pt x="86614" y="152717"/>
                      <a:pt x="111633" y="127762"/>
                      <a:pt x="111633" y="96901"/>
                    </a:cubicBezTo>
                    <a:lnTo>
                      <a:pt x="111633" y="3937"/>
                    </a:lnTo>
                    <a:cubicBezTo>
                      <a:pt x="111633" y="2604"/>
                      <a:pt x="111506" y="1333"/>
                      <a:pt x="111443" y="0"/>
                    </a:cubicBez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18"/>
              <p:cNvSpPr/>
              <p:nvPr/>
            </p:nvSpPr>
            <p:spPr>
              <a:xfrm>
                <a:off x="10785950" y="-4005241"/>
                <a:ext cx="72834" cy="63055"/>
              </a:xfrm>
              <a:custGeom>
                <a:avLst/>
                <a:gdLst/>
                <a:ahLst/>
                <a:cxnLst/>
                <a:rect l="l" t="t" r="r" b="b"/>
                <a:pathLst>
                  <a:path w="72834" h="63055" extrusionOk="0">
                    <a:moveTo>
                      <a:pt x="54610" y="0"/>
                    </a:moveTo>
                    <a:lnTo>
                      <a:pt x="18225" y="0"/>
                    </a:lnTo>
                    <a:lnTo>
                      <a:pt x="0" y="31560"/>
                    </a:lnTo>
                    <a:lnTo>
                      <a:pt x="18225" y="63055"/>
                    </a:lnTo>
                    <a:lnTo>
                      <a:pt x="54610" y="63055"/>
                    </a:lnTo>
                    <a:lnTo>
                      <a:pt x="72835" y="31560"/>
                    </a:lnTo>
                    <a:lnTo>
                      <a:pt x="54610" y="0"/>
                    </a:lnTo>
                    <a:close/>
                    <a:moveTo>
                      <a:pt x="36449" y="47625"/>
                    </a:moveTo>
                    <a:cubicBezTo>
                      <a:pt x="27559" y="47625"/>
                      <a:pt x="20383" y="40386"/>
                      <a:pt x="20383" y="31560"/>
                    </a:cubicBezTo>
                    <a:cubicBezTo>
                      <a:pt x="20383" y="22669"/>
                      <a:pt x="27622" y="15494"/>
                      <a:pt x="36449" y="15494"/>
                    </a:cubicBezTo>
                    <a:cubicBezTo>
                      <a:pt x="45339" y="15494"/>
                      <a:pt x="52514" y="22733"/>
                      <a:pt x="52514" y="31560"/>
                    </a:cubicBezTo>
                    <a:cubicBezTo>
                      <a:pt x="52514" y="40386"/>
                      <a:pt x="45275" y="47625"/>
                      <a:pt x="36449" y="4762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18"/>
              <p:cNvSpPr/>
              <p:nvPr/>
            </p:nvSpPr>
            <p:spPr>
              <a:xfrm>
                <a:off x="10484515" y="-4167610"/>
                <a:ext cx="136270" cy="208089"/>
              </a:xfrm>
              <a:custGeom>
                <a:avLst/>
                <a:gdLst/>
                <a:ahLst/>
                <a:cxnLst/>
                <a:rect l="l" t="t" r="r" b="b"/>
                <a:pathLst>
                  <a:path w="136270" h="208089" extrusionOk="0">
                    <a:moveTo>
                      <a:pt x="68136" y="0"/>
                    </a:moveTo>
                    <a:cubicBezTo>
                      <a:pt x="30544" y="0"/>
                      <a:pt x="0" y="8763"/>
                      <a:pt x="0" y="40767"/>
                    </a:cubicBezTo>
                    <a:lnTo>
                      <a:pt x="0" y="167323"/>
                    </a:lnTo>
                    <a:cubicBezTo>
                      <a:pt x="0" y="199326"/>
                      <a:pt x="30544" y="208089"/>
                      <a:pt x="68136" y="208089"/>
                    </a:cubicBezTo>
                    <a:cubicBezTo>
                      <a:pt x="79883" y="208089"/>
                      <a:pt x="90932" y="207264"/>
                      <a:pt x="100647" y="205105"/>
                    </a:cubicBezTo>
                    <a:cubicBezTo>
                      <a:pt x="106426" y="203835"/>
                      <a:pt x="111697" y="202057"/>
                      <a:pt x="116332" y="199708"/>
                    </a:cubicBezTo>
                    <a:lnTo>
                      <a:pt x="116332" y="199708"/>
                    </a:lnTo>
                    <a:cubicBezTo>
                      <a:pt x="128651" y="193548"/>
                      <a:pt x="136271" y="183324"/>
                      <a:pt x="136271" y="167323"/>
                    </a:cubicBezTo>
                    <a:lnTo>
                      <a:pt x="136271" y="40767"/>
                    </a:lnTo>
                    <a:cubicBezTo>
                      <a:pt x="136271" y="8763"/>
                      <a:pt x="105791" y="0"/>
                      <a:pt x="681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18"/>
              <p:cNvSpPr/>
              <p:nvPr/>
            </p:nvSpPr>
            <p:spPr>
              <a:xfrm>
                <a:off x="11023947" y="-4167674"/>
                <a:ext cx="136270" cy="208089"/>
              </a:xfrm>
              <a:custGeom>
                <a:avLst/>
                <a:gdLst/>
                <a:ahLst/>
                <a:cxnLst/>
                <a:rect l="l" t="t" r="r" b="b"/>
                <a:pathLst>
                  <a:path w="136270" h="208089" extrusionOk="0">
                    <a:moveTo>
                      <a:pt x="116332" y="8446"/>
                    </a:moveTo>
                    <a:lnTo>
                      <a:pt x="116332" y="8446"/>
                    </a:lnTo>
                    <a:cubicBezTo>
                      <a:pt x="114554" y="7557"/>
                      <a:pt x="112713" y="6795"/>
                      <a:pt x="110744" y="6033"/>
                    </a:cubicBezTo>
                    <a:cubicBezTo>
                      <a:pt x="99060" y="1651"/>
                      <a:pt x="84264" y="0"/>
                      <a:pt x="68136" y="0"/>
                    </a:cubicBezTo>
                    <a:cubicBezTo>
                      <a:pt x="30480" y="0"/>
                      <a:pt x="0" y="8763"/>
                      <a:pt x="0" y="40767"/>
                    </a:cubicBezTo>
                    <a:lnTo>
                      <a:pt x="0" y="167323"/>
                    </a:lnTo>
                    <a:cubicBezTo>
                      <a:pt x="0" y="199327"/>
                      <a:pt x="30480" y="208090"/>
                      <a:pt x="68136" y="208090"/>
                    </a:cubicBezTo>
                    <a:cubicBezTo>
                      <a:pt x="80645" y="208090"/>
                      <a:pt x="92329" y="207074"/>
                      <a:pt x="102425" y="204597"/>
                    </a:cubicBezTo>
                    <a:cubicBezTo>
                      <a:pt x="107506" y="203327"/>
                      <a:pt x="112205" y="201740"/>
                      <a:pt x="116332" y="199708"/>
                    </a:cubicBezTo>
                    <a:lnTo>
                      <a:pt x="116332" y="199708"/>
                    </a:lnTo>
                    <a:cubicBezTo>
                      <a:pt x="128651" y="193485"/>
                      <a:pt x="136271" y="183324"/>
                      <a:pt x="136271" y="167323"/>
                    </a:cubicBezTo>
                    <a:lnTo>
                      <a:pt x="136271" y="40767"/>
                    </a:lnTo>
                    <a:cubicBezTo>
                      <a:pt x="136271" y="24829"/>
                      <a:pt x="128651" y="14668"/>
                      <a:pt x="116332" y="84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0" name="Google Shape;390;p18"/>
            <p:cNvGrpSpPr/>
            <p:nvPr/>
          </p:nvGrpSpPr>
          <p:grpSpPr>
            <a:xfrm rot="-1193981">
              <a:off x="8608803" y="861049"/>
              <a:ext cx="434231" cy="669390"/>
              <a:chOff x="930783" y="678815"/>
              <a:chExt cx="275081" cy="424052"/>
            </a:xfrm>
          </p:grpSpPr>
          <p:sp>
            <p:nvSpPr>
              <p:cNvPr id="391" name="Google Shape;391;p18"/>
              <p:cNvSpPr/>
              <p:nvPr/>
            </p:nvSpPr>
            <p:spPr>
              <a:xfrm>
                <a:off x="930783" y="678815"/>
                <a:ext cx="275081" cy="424052"/>
              </a:xfrm>
              <a:custGeom>
                <a:avLst/>
                <a:gdLst/>
                <a:ahLst/>
                <a:cxnLst/>
                <a:rect l="l" t="t" r="r" b="b"/>
                <a:pathLst>
                  <a:path w="275081" h="424052" extrusionOk="0">
                    <a:moveTo>
                      <a:pt x="0" y="137541"/>
                    </a:moveTo>
                    <a:cubicBezTo>
                      <a:pt x="0" y="213487"/>
                      <a:pt x="82105" y="424053"/>
                      <a:pt x="137541" y="424053"/>
                    </a:cubicBezTo>
                    <a:cubicBezTo>
                      <a:pt x="189103" y="424053"/>
                      <a:pt x="275082" y="213487"/>
                      <a:pt x="275082" y="137541"/>
                    </a:cubicBezTo>
                    <a:cubicBezTo>
                      <a:pt x="275082" y="61595"/>
                      <a:pt x="213487" y="0"/>
                      <a:pt x="137541" y="0"/>
                    </a:cubicBezTo>
                    <a:cubicBezTo>
                      <a:pt x="61595" y="0"/>
                      <a:pt x="0" y="61595"/>
                      <a:pt x="0" y="13754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18"/>
              <p:cNvSpPr/>
              <p:nvPr/>
            </p:nvSpPr>
            <p:spPr>
              <a:xfrm>
                <a:off x="1007236" y="755205"/>
                <a:ext cx="122237" cy="122301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122301" extrusionOk="0">
                    <a:moveTo>
                      <a:pt x="0" y="61150"/>
                    </a:moveTo>
                    <a:cubicBezTo>
                      <a:pt x="0" y="94933"/>
                      <a:pt x="27368" y="122301"/>
                      <a:pt x="61151" y="122301"/>
                    </a:cubicBezTo>
                    <a:cubicBezTo>
                      <a:pt x="94933" y="122301"/>
                      <a:pt x="122238" y="94933"/>
                      <a:pt x="122238" y="61150"/>
                    </a:cubicBezTo>
                    <a:cubicBezTo>
                      <a:pt x="122238" y="27368"/>
                      <a:pt x="94869" y="0"/>
                      <a:pt x="61151" y="0"/>
                    </a:cubicBezTo>
                    <a:cubicBezTo>
                      <a:pt x="27305" y="0"/>
                      <a:pt x="0" y="27368"/>
                      <a:pt x="0" y="6115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4" name="Google Shape;394;p19"/>
          <p:cNvGrpSpPr/>
          <p:nvPr/>
        </p:nvGrpSpPr>
        <p:grpSpPr>
          <a:xfrm>
            <a:off x="4467982" y="4295391"/>
            <a:ext cx="3645932" cy="3645202"/>
            <a:chOff x="4467982" y="4295391"/>
            <a:chExt cx="3645932" cy="3645202"/>
          </a:xfrm>
        </p:grpSpPr>
        <p:grpSp>
          <p:nvGrpSpPr>
            <p:cNvPr id="395" name="Google Shape;395;p19"/>
            <p:cNvGrpSpPr/>
            <p:nvPr/>
          </p:nvGrpSpPr>
          <p:grpSpPr>
            <a:xfrm rot="2185135" flipH="1">
              <a:off x="4986589" y="4815363"/>
              <a:ext cx="2608718" cy="2605259"/>
              <a:chOff x="-2482208" y="3351602"/>
              <a:chExt cx="1509803" cy="1507801"/>
            </a:xfrm>
          </p:grpSpPr>
          <p:sp>
            <p:nvSpPr>
              <p:cNvPr id="396" name="Google Shape;396;p19"/>
              <p:cNvSpPr/>
              <p:nvPr/>
            </p:nvSpPr>
            <p:spPr>
              <a:xfrm>
                <a:off x="-2482208" y="3351602"/>
                <a:ext cx="1509803" cy="1507801"/>
              </a:xfrm>
              <a:custGeom>
                <a:avLst/>
                <a:gdLst/>
                <a:ahLst/>
                <a:cxnLst/>
                <a:rect l="l" t="t" r="r" b="b"/>
                <a:pathLst>
                  <a:path w="1509803" h="1507801" extrusionOk="0">
                    <a:moveTo>
                      <a:pt x="1509803" y="755000"/>
                    </a:moveTo>
                    <a:cubicBezTo>
                      <a:pt x="1509866" y="791703"/>
                      <a:pt x="1505104" y="840535"/>
                      <a:pt x="1499770" y="876793"/>
                    </a:cubicBezTo>
                    <a:cubicBezTo>
                      <a:pt x="1496595" y="898383"/>
                      <a:pt x="1490753" y="927022"/>
                      <a:pt x="1484466" y="947977"/>
                    </a:cubicBezTo>
                    <a:cubicBezTo>
                      <a:pt x="1484466" y="948040"/>
                      <a:pt x="1484466" y="948040"/>
                      <a:pt x="1484466" y="948040"/>
                    </a:cubicBezTo>
                    <a:cubicBezTo>
                      <a:pt x="1479323" y="964994"/>
                      <a:pt x="1472909" y="987791"/>
                      <a:pt x="1467004" y="1004492"/>
                    </a:cubicBezTo>
                    <a:cubicBezTo>
                      <a:pt x="1466940" y="1004555"/>
                      <a:pt x="1466940" y="1004682"/>
                      <a:pt x="1466940" y="1004746"/>
                    </a:cubicBezTo>
                    <a:cubicBezTo>
                      <a:pt x="1460463" y="1022843"/>
                      <a:pt x="1451510" y="1046910"/>
                      <a:pt x="1443064" y="1064118"/>
                    </a:cubicBezTo>
                    <a:cubicBezTo>
                      <a:pt x="1435381" y="1079739"/>
                      <a:pt x="1425538" y="1100694"/>
                      <a:pt x="1417156" y="1115871"/>
                    </a:cubicBezTo>
                    <a:cubicBezTo>
                      <a:pt x="1407822" y="1132698"/>
                      <a:pt x="1394550" y="1154733"/>
                      <a:pt x="1383946" y="1170735"/>
                    </a:cubicBezTo>
                    <a:cubicBezTo>
                      <a:pt x="1352704" y="1217724"/>
                      <a:pt x="1321906" y="1252078"/>
                      <a:pt x="1308825" y="1265985"/>
                    </a:cubicBezTo>
                    <a:cubicBezTo>
                      <a:pt x="1289140" y="1286876"/>
                      <a:pt x="1261708" y="1315006"/>
                      <a:pt x="1219671" y="1347899"/>
                    </a:cubicBezTo>
                    <a:cubicBezTo>
                      <a:pt x="1207543" y="1357361"/>
                      <a:pt x="1191096" y="1369553"/>
                      <a:pt x="1178269" y="1378062"/>
                    </a:cubicBezTo>
                    <a:cubicBezTo>
                      <a:pt x="1160870" y="1389555"/>
                      <a:pt x="1136994" y="1403906"/>
                      <a:pt x="1118960" y="1414321"/>
                    </a:cubicBezTo>
                    <a:cubicBezTo>
                      <a:pt x="1089306" y="1431466"/>
                      <a:pt x="1043141" y="1450960"/>
                      <a:pt x="1033489" y="1454643"/>
                    </a:cubicBezTo>
                    <a:cubicBezTo>
                      <a:pt x="1017170" y="1460866"/>
                      <a:pt x="995199" y="1468740"/>
                      <a:pt x="978562" y="1473947"/>
                    </a:cubicBezTo>
                    <a:cubicBezTo>
                      <a:pt x="962433" y="1478964"/>
                      <a:pt x="940589" y="1484742"/>
                      <a:pt x="924142" y="1488552"/>
                    </a:cubicBezTo>
                    <a:cubicBezTo>
                      <a:pt x="895123" y="1495220"/>
                      <a:pt x="865849" y="1500236"/>
                      <a:pt x="836449" y="1503411"/>
                    </a:cubicBezTo>
                    <a:cubicBezTo>
                      <a:pt x="815811" y="1505634"/>
                      <a:pt x="795110" y="1507030"/>
                      <a:pt x="774409" y="1507539"/>
                    </a:cubicBezTo>
                    <a:cubicBezTo>
                      <a:pt x="754089" y="1508110"/>
                      <a:pt x="733706" y="1507729"/>
                      <a:pt x="713259" y="1506586"/>
                    </a:cubicBezTo>
                    <a:cubicBezTo>
                      <a:pt x="690526" y="1505379"/>
                      <a:pt x="667729" y="1503093"/>
                      <a:pt x="644933" y="1499728"/>
                    </a:cubicBezTo>
                    <a:cubicBezTo>
                      <a:pt x="630836" y="1497696"/>
                      <a:pt x="618009" y="1495347"/>
                      <a:pt x="607150" y="1493187"/>
                    </a:cubicBezTo>
                    <a:cubicBezTo>
                      <a:pt x="593244" y="1490393"/>
                      <a:pt x="582576" y="1487854"/>
                      <a:pt x="576480" y="1486393"/>
                    </a:cubicBezTo>
                    <a:cubicBezTo>
                      <a:pt x="546762" y="1479345"/>
                      <a:pt x="517806" y="1469566"/>
                      <a:pt x="517552" y="1469502"/>
                    </a:cubicBezTo>
                    <a:cubicBezTo>
                      <a:pt x="488532" y="1459533"/>
                      <a:pt x="476086" y="1455024"/>
                      <a:pt x="440844" y="1439340"/>
                    </a:cubicBezTo>
                    <a:cubicBezTo>
                      <a:pt x="422873" y="1431339"/>
                      <a:pt x="399442" y="1419337"/>
                      <a:pt x="382424" y="1409431"/>
                    </a:cubicBezTo>
                    <a:cubicBezTo>
                      <a:pt x="369343" y="1401811"/>
                      <a:pt x="351944" y="1391651"/>
                      <a:pt x="339498" y="1383079"/>
                    </a:cubicBezTo>
                    <a:cubicBezTo>
                      <a:pt x="319686" y="1369426"/>
                      <a:pt x="293778" y="1350503"/>
                      <a:pt x="274982" y="1335454"/>
                    </a:cubicBezTo>
                    <a:cubicBezTo>
                      <a:pt x="249264" y="1314879"/>
                      <a:pt x="218403" y="1283574"/>
                      <a:pt x="195607" y="1259889"/>
                    </a:cubicBezTo>
                    <a:cubicBezTo>
                      <a:pt x="180621" y="1244267"/>
                      <a:pt x="162079" y="1222042"/>
                      <a:pt x="149760" y="1204262"/>
                    </a:cubicBezTo>
                    <a:cubicBezTo>
                      <a:pt x="138330" y="1187753"/>
                      <a:pt x="122836" y="1166035"/>
                      <a:pt x="112168" y="1149017"/>
                    </a:cubicBezTo>
                    <a:cubicBezTo>
                      <a:pt x="103024" y="1134349"/>
                      <a:pt x="91848" y="1114156"/>
                      <a:pt x="83783" y="1098853"/>
                    </a:cubicBezTo>
                    <a:cubicBezTo>
                      <a:pt x="74639" y="1081517"/>
                      <a:pt x="63908" y="1057641"/>
                      <a:pt x="56351" y="1039543"/>
                    </a:cubicBezTo>
                    <a:cubicBezTo>
                      <a:pt x="49620" y="1023287"/>
                      <a:pt x="42254" y="1000935"/>
                      <a:pt x="36222" y="984362"/>
                    </a:cubicBezTo>
                    <a:cubicBezTo>
                      <a:pt x="29554" y="965947"/>
                      <a:pt x="22823" y="940547"/>
                      <a:pt x="19013" y="921370"/>
                    </a:cubicBezTo>
                    <a:cubicBezTo>
                      <a:pt x="11965" y="885810"/>
                      <a:pt x="4345" y="837867"/>
                      <a:pt x="1868" y="801736"/>
                    </a:cubicBezTo>
                    <a:cubicBezTo>
                      <a:pt x="-481" y="768589"/>
                      <a:pt x="-1116" y="724012"/>
                      <a:pt x="2948" y="691055"/>
                    </a:cubicBezTo>
                    <a:cubicBezTo>
                      <a:pt x="5361" y="671371"/>
                      <a:pt x="7139" y="644891"/>
                      <a:pt x="11266" y="625460"/>
                    </a:cubicBezTo>
                    <a:cubicBezTo>
                      <a:pt x="15013" y="607934"/>
                      <a:pt x="19267" y="584312"/>
                      <a:pt x="23776" y="566977"/>
                    </a:cubicBezTo>
                    <a:cubicBezTo>
                      <a:pt x="28665" y="548117"/>
                      <a:pt x="35460" y="522907"/>
                      <a:pt x="42572" y="504747"/>
                    </a:cubicBezTo>
                    <a:cubicBezTo>
                      <a:pt x="48985" y="488427"/>
                      <a:pt x="56923" y="466392"/>
                      <a:pt x="64035" y="450391"/>
                    </a:cubicBezTo>
                    <a:cubicBezTo>
                      <a:pt x="71972" y="432610"/>
                      <a:pt x="83402" y="409242"/>
                      <a:pt x="92737" y="392161"/>
                    </a:cubicBezTo>
                    <a:cubicBezTo>
                      <a:pt x="100992" y="377111"/>
                      <a:pt x="112676" y="357427"/>
                      <a:pt x="122137" y="343139"/>
                    </a:cubicBezTo>
                    <a:cubicBezTo>
                      <a:pt x="133059" y="326629"/>
                      <a:pt x="147918" y="304722"/>
                      <a:pt x="160555" y="289481"/>
                    </a:cubicBezTo>
                    <a:cubicBezTo>
                      <a:pt x="181700" y="263954"/>
                      <a:pt x="210720" y="230490"/>
                      <a:pt x="234850" y="207757"/>
                    </a:cubicBezTo>
                    <a:cubicBezTo>
                      <a:pt x="249328" y="194168"/>
                      <a:pt x="269394" y="176832"/>
                      <a:pt x="284761" y="164323"/>
                    </a:cubicBezTo>
                    <a:cubicBezTo>
                      <a:pt x="296762" y="154544"/>
                      <a:pt x="313272" y="142225"/>
                      <a:pt x="326163" y="133653"/>
                    </a:cubicBezTo>
                    <a:cubicBezTo>
                      <a:pt x="336894" y="126477"/>
                      <a:pt x="349975" y="118159"/>
                      <a:pt x="362675" y="110348"/>
                    </a:cubicBezTo>
                    <a:cubicBezTo>
                      <a:pt x="370422" y="105522"/>
                      <a:pt x="378106" y="100950"/>
                      <a:pt x="384964" y="96949"/>
                    </a:cubicBezTo>
                    <a:cubicBezTo>
                      <a:pt x="396330" y="90282"/>
                      <a:pt x="411888" y="82091"/>
                      <a:pt x="423826" y="76503"/>
                    </a:cubicBezTo>
                    <a:cubicBezTo>
                      <a:pt x="435510" y="71042"/>
                      <a:pt x="451004" y="63803"/>
                      <a:pt x="462878" y="58723"/>
                    </a:cubicBezTo>
                    <a:cubicBezTo>
                      <a:pt x="472784" y="54531"/>
                      <a:pt x="486310" y="49451"/>
                      <a:pt x="496343" y="45642"/>
                    </a:cubicBezTo>
                    <a:cubicBezTo>
                      <a:pt x="512726" y="39418"/>
                      <a:pt x="535141" y="32560"/>
                      <a:pt x="552032" y="27861"/>
                    </a:cubicBezTo>
                    <a:cubicBezTo>
                      <a:pt x="560224" y="25575"/>
                      <a:pt x="571146" y="22591"/>
                      <a:pt x="579464" y="20749"/>
                    </a:cubicBezTo>
                    <a:cubicBezTo>
                      <a:pt x="595149" y="17257"/>
                      <a:pt x="616167" y="12875"/>
                      <a:pt x="632042" y="10081"/>
                    </a:cubicBezTo>
                    <a:cubicBezTo>
                      <a:pt x="643853" y="7986"/>
                      <a:pt x="671539" y="4176"/>
                      <a:pt x="692939" y="2525"/>
                    </a:cubicBezTo>
                    <a:cubicBezTo>
                      <a:pt x="714719" y="874"/>
                      <a:pt x="772504" y="-3508"/>
                      <a:pt x="846228" y="5510"/>
                    </a:cubicBezTo>
                    <a:cubicBezTo>
                      <a:pt x="865151" y="7859"/>
                      <a:pt x="881216" y="10462"/>
                      <a:pt x="892265" y="12494"/>
                    </a:cubicBezTo>
                    <a:cubicBezTo>
                      <a:pt x="902489" y="14336"/>
                      <a:pt x="908394" y="15669"/>
                      <a:pt x="908521" y="15669"/>
                    </a:cubicBezTo>
                    <a:cubicBezTo>
                      <a:pt x="923825" y="19098"/>
                      <a:pt x="944145" y="23988"/>
                      <a:pt x="959258" y="28052"/>
                    </a:cubicBezTo>
                    <a:cubicBezTo>
                      <a:pt x="963258" y="29131"/>
                      <a:pt x="967894" y="30465"/>
                      <a:pt x="972466" y="31862"/>
                    </a:cubicBezTo>
                    <a:cubicBezTo>
                      <a:pt x="979387" y="33957"/>
                      <a:pt x="986563" y="36243"/>
                      <a:pt x="992468" y="38212"/>
                    </a:cubicBezTo>
                    <a:cubicBezTo>
                      <a:pt x="1004025" y="42022"/>
                      <a:pt x="1019329" y="47610"/>
                      <a:pt x="1030695" y="52055"/>
                    </a:cubicBezTo>
                    <a:cubicBezTo>
                      <a:pt x="1039458" y="55548"/>
                      <a:pt x="1050253" y="60119"/>
                      <a:pt x="1059969" y="64374"/>
                    </a:cubicBezTo>
                    <a:cubicBezTo>
                      <a:pt x="1060794" y="64692"/>
                      <a:pt x="1061556" y="65073"/>
                      <a:pt x="1062382" y="65454"/>
                    </a:cubicBezTo>
                    <a:cubicBezTo>
                      <a:pt x="1063525" y="65961"/>
                      <a:pt x="1064731" y="66533"/>
                      <a:pt x="1065874" y="67041"/>
                    </a:cubicBezTo>
                    <a:cubicBezTo>
                      <a:pt x="1067017" y="67549"/>
                      <a:pt x="1068097" y="67993"/>
                      <a:pt x="1069240" y="68501"/>
                    </a:cubicBezTo>
                    <a:cubicBezTo>
                      <a:pt x="1072097" y="69772"/>
                      <a:pt x="1075018" y="71105"/>
                      <a:pt x="1078130" y="72629"/>
                    </a:cubicBezTo>
                    <a:cubicBezTo>
                      <a:pt x="1084734" y="75741"/>
                      <a:pt x="1091782" y="79297"/>
                      <a:pt x="1098767" y="82916"/>
                    </a:cubicBezTo>
                    <a:cubicBezTo>
                      <a:pt x="1108927" y="88186"/>
                      <a:pt x="1119087" y="93711"/>
                      <a:pt x="1127723" y="98410"/>
                    </a:cubicBezTo>
                    <a:cubicBezTo>
                      <a:pt x="1134645" y="102665"/>
                      <a:pt x="1142265" y="107363"/>
                      <a:pt x="1150139" y="112253"/>
                    </a:cubicBezTo>
                    <a:cubicBezTo>
                      <a:pt x="1171856" y="125779"/>
                      <a:pt x="1195478" y="141018"/>
                      <a:pt x="1213258" y="155052"/>
                    </a:cubicBezTo>
                    <a:cubicBezTo>
                      <a:pt x="1229831" y="168133"/>
                      <a:pt x="1251485" y="186104"/>
                      <a:pt x="1267106" y="200264"/>
                    </a:cubicBezTo>
                    <a:cubicBezTo>
                      <a:pt x="1269328" y="202232"/>
                      <a:pt x="1271614" y="204392"/>
                      <a:pt x="1274027" y="206550"/>
                    </a:cubicBezTo>
                    <a:cubicBezTo>
                      <a:pt x="1279171" y="211376"/>
                      <a:pt x="1284568" y="216647"/>
                      <a:pt x="1289775" y="221917"/>
                    </a:cubicBezTo>
                    <a:cubicBezTo>
                      <a:pt x="1289839" y="221981"/>
                      <a:pt x="1289902" y="222044"/>
                      <a:pt x="1289966" y="222108"/>
                    </a:cubicBezTo>
                    <a:cubicBezTo>
                      <a:pt x="1295871" y="228013"/>
                      <a:pt x="1301586" y="233982"/>
                      <a:pt x="1306412" y="239253"/>
                    </a:cubicBezTo>
                    <a:cubicBezTo>
                      <a:pt x="1307682" y="240586"/>
                      <a:pt x="1308952" y="242047"/>
                      <a:pt x="1310286" y="243507"/>
                    </a:cubicBezTo>
                    <a:cubicBezTo>
                      <a:pt x="1319620" y="253922"/>
                      <a:pt x="1330352" y="266304"/>
                      <a:pt x="1339940" y="277861"/>
                    </a:cubicBezTo>
                    <a:cubicBezTo>
                      <a:pt x="1343941" y="282687"/>
                      <a:pt x="1347814" y="287386"/>
                      <a:pt x="1351243" y="291704"/>
                    </a:cubicBezTo>
                    <a:cubicBezTo>
                      <a:pt x="1361848" y="305103"/>
                      <a:pt x="1375056" y="323708"/>
                      <a:pt x="1384517" y="337932"/>
                    </a:cubicBezTo>
                    <a:cubicBezTo>
                      <a:pt x="1395503" y="354442"/>
                      <a:pt x="1409092" y="377175"/>
                      <a:pt x="1418617" y="394510"/>
                    </a:cubicBezTo>
                    <a:cubicBezTo>
                      <a:pt x="1427062" y="409750"/>
                      <a:pt x="1436841" y="430832"/>
                      <a:pt x="1444334" y="446580"/>
                    </a:cubicBezTo>
                    <a:cubicBezTo>
                      <a:pt x="1452780" y="464234"/>
                      <a:pt x="1461860" y="488744"/>
                      <a:pt x="1468401" y="507223"/>
                    </a:cubicBezTo>
                    <a:cubicBezTo>
                      <a:pt x="1474243" y="523987"/>
                      <a:pt x="1480402" y="546847"/>
                      <a:pt x="1485546" y="563865"/>
                    </a:cubicBezTo>
                    <a:cubicBezTo>
                      <a:pt x="1491197" y="582661"/>
                      <a:pt x="1496722" y="608442"/>
                      <a:pt x="1499262" y="627936"/>
                    </a:cubicBezTo>
                    <a:cubicBezTo>
                      <a:pt x="1501548" y="645971"/>
                      <a:pt x="1505421" y="669973"/>
                      <a:pt x="1506882" y="688071"/>
                    </a:cubicBezTo>
                    <a:cubicBezTo>
                      <a:pt x="1508660" y="708073"/>
                      <a:pt x="1509803" y="734934"/>
                      <a:pt x="1509803" y="7550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19"/>
              <p:cNvSpPr/>
              <p:nvPr/>
            </p:nvSpPr>
            <p:spPr>
              <a:xfrm>
                <a:off x="-2229486" y="3409650"/>
                <a:ext cx="564133" cy="751379"/>
              </a:xfrm>
              <a:custGeom>
                <a:avLst/>
                <a:gdLst/>
                <a:ahLst/>
                <a:cxnLst/>
                <a:rect l="l" t="t" r="r" b="b"/>
                <a:pathLst>
                  <a:path w="564133" h="751379" extrusionOk="0">
                    <a:moveTo>
                      <a:pt x="561565" y="167235"/>
                    </a:moveTo>
                    <a:cubicBezTo>
                      <a:pt x="555914" y="175236"/>
                      <a:pt x="541944" y="178792"/>
                      <a:pt x="532673" y="179935"/>
                    </a:cubicBezTo>
                    <a:cubicBezTo>
                      <a:pt x="524291" y="180951"/>
                      <a:pt x="516417" y="177077"/>
                      <a:pt x="508225" y="177966"/>
                    </a:cubicBezTo>
                    <a:cubicBezTo>
                      <a:pt x="495335" y="179363"/>
                      <a:pt x="484159" y="191682"/>
                      <a:pt x="477555" y="201779"/>
                    </a:cubicBezTo>
                    <a:cubicBezTo>
                      <a:pt x="476094" y="204001"/>
                      <a:pt x="479650" y="206033"/>
                      <a:pt x="481047" y="203874"/>
                    </a:cubicBezTo>
                    <a:cubicBezTo>
                      <a:pt x="481238" y="203557"/>
                      <a:pt x="481492" y="203239"/>
                      <a:pt x="481746" y="202922"/>
                    </a:cubicBezTo>
                    <a:cubicBezTo>
                      <a:pt x="485873" y="200699"/>
                      <a:pt x="490064" y="198540"/>
                      <a:pt x="494573" y="197143"/>
                    </a:cubicBezTo>
                    <a:cubicBezTo>
                      <a:pt x="497049" y="196191"/>
                      <a:pt x="499589" y="195683"/>
                      <a:pt x="502193" y="195492"/>
                    </a:cubicBezTo>
                    <a:cubicBezTo>
                      <a:pt x="504415" y="198350"/>
                      <a:pt x="506638" y="201271"/>
                      <a:pt x="508860" y="204128"/>
                    </a:cubicBezTo>
                    <a:cubicBezTo>
                      <a:pt x="508797" y="207430"/>
                      <a:pt x="503336" y="210732"/>
                      <a:pt x="502828" y="214669"/>
                    </a:cubicBezTo>
                    <a:cubicBezTo>
                      <a:pt x="502320" y="218289"/>
                      <a:pt x="503907" y="221019"/>
                      <a:pt x="506574" y="223305"/>
                    </a:cubicBezTo>
                    <a:cubicBezTo>
                      <a:pt x="508543" y="225020"/>
                      <a:pt x="511083" y="225718"/>
                      <a:pt x="513178" y="227179"/>
                    </a:cubicBezTo>
                    <a:cubicBezTo>
                      <a:pt x="522894" y="233846"/>
                      <a:pt x="523021" y="244133"/>
                      <a:pt x="510067" y="248832"/>
                    </a:cubicBezTo>
                    <a:cubicBezTo>
                      <a:pt x="502891" y="251436"/>
                      <a:pt x="494700" y="251817"/>
                      <a:pt x="487270" y="253976"/>
                    </a:cubicBezTo>
                    <a:cubicBezTo>
                      <a:pt x="480349" y="256008"/>
                      <a:pt x="473618" y="258484"/>
                      <a:pt x="467077" y="261405"/>
                    </a:cubicBezTo>
                    <a:cubicBezTo>
                      <a:pt x="452726" y="267819"/>
                      <a:pt x="438947" y="276391"/>
                      <a:pt x="427453" y="287123"/>
                    </a:cubicBezTo>
                    <a:cubicBezTo>
                      <a:pt x="409546" y="299315"/>
                      <a:pt x="388972" y="301537"/>
                      <a:pt x="377860" y="322302"/>
                    </a:cubicBezTo>
                    <a:cubicBezTo>
                      <a:pt x="371002" y="335129"/>
                      <a:pt x="365668" y="348464"/>
                      <a:pt x="354809" y="358687"/>
                    </a:cubicBezTo>
                    <a:cubicBezTo>
                      <a:pt x="346046" y="366942"/>
                      <a:pt x="335442" y="372721"/>
                      <a:pt x="325218" y="378880"/>
                    </a:cubicBezTo>
                    <a:cubicBezTo>
                      <a:pt x="307756" y="389358"/>
                      <a:pt x="293214" y="400915"/>
                      <a:pt x="285848" y="420536"/>
                    </a:cubicBezTo>
                    <a:cubicBezTo>
                      <a:pt x="277339" y="443015"/>
                      <a:pt x="277720" y="469114"/>
                      <a:pt x="262290" y="488481"/>
                    </a:cubicBezTo>
                    <a:cubicBezTo>
                      <a:pt x="255559" y="464669"/>
                      <a:pt x="265909" y="431014"/>
                      <a:pt x="241843" y="415710"/>
                    </a:cubicBezTo>
                    <a:cubicBezTo>
                      <a:pt x="233334" y="410313"/>
                      <a:pt x="217332" y="405550"/>
                      <a:pt x="207299" y="408979"/>
                    </a:cubicBezTo>
                    <a:cubicBezTo>
                      <a:pt x="203171" y="410313"/>
                      <a:pt x="202155" y="412345"/>
                      <a:pt x="200314" y="415964"/>
                    </a:cubicBezTo>
                    <a:cubicBezTo>
                      <a:pt x="198663" y="419139"/>
                      <a:pt x="198218" y="424092"/>
                      <a:pt x="195043" y="426696"/>
                    </a:cubicBezTo>
                    <a:cubicBezTo>
                      <a:pt x="192313" y="428982"/>
                      <a:pt x="185518" y="428410"/>
                      <a:pt x="182661" y="427648"/>
                    </a:cubicBezTo>
                    <a:cubicBezTo>
                      <a:pt x="177644" y="426251"/>
                      <a:pt x="173263" y="423076"/>
                      <a:pt x="168818" y="420600"/>
                    </a:cubicBezTo>
                    <a:cubicBezTo>
                      <a:pt x="156689" y="414123"/>
                      <a:pt x="147482" y="414440"/>
                      <a:pt x="136369" y="422695"/>
                    </a:cubicBezTo>
                    <a:cubicBezTo>
                      <a:pt x="123161" y="432601"/>
                      <a:pt x="112747" y="445936"/>
                      <a:pt x="102460" y="458700"/>
                    </a:cubicBezTo>
                    <a:cubicBezTo>
                      <a:pt x="84553" y="480861"/>
                      <a:pt x="64741" y="508357"/>
                      <a:pt x="70520" y="538583"/>
                    </a:cubicBezTo>
                    <a:cubicBezTo>
                      <a:pt x="72869" y="551092"/>
                      <a:pt x="80362" y="562967"/>
                      <a:pt x="92808" y="567221"/>
                    </a:cubicBezTo>
                    <a:cubicBezTo>
                      <a:pt x="103603" y="570904"/>
                      <a:pt x="116367" y="568555"/>
                      <a:pt x="123098" y="558966"/>
                    </a:cubicBezTo>
                    <a:cubicBezTo>
                      <a:pt x="123415" y="558522"/>
                      <a:pt x="123415" y="558014"/>
                      <a:pt x="123288" y="557569"/>
                    </a:cubicBezTo>
                    <a:cubicBezTo>
                      <a:pt x="134210" y="546266"/>
                      <a:pt x="144180" y="534138"/>
                      <a:pt x="160055" y="529375"/>
                    </a:cubicBezTo>
                    <a:cubicBezTo>
                      <a:pt x="165770" y="527661"/>
                      <a:pt x="172437" y="526645"/>
                      <a:pt x="178343" y="528169"/>
                    </a:cubicBezTo>
                    <a:cubicBezTo>
                      <a:pt x="188884" y="531026"/>
                      <a:pt x="186344" y="543917"/>
                      <a:pt x="180629" y="550711"/>
                    </a:cubicBezTo>
                    <a:cubicBezTo>
                      <a:pt x="175993" y="556172"/>
                      <a:pt x="171104" y="561252"/>
                      <a:pt x="166976" y="567094"/>
                    </a:cubicBezTo>
                    <a:cubicBezTo>
                      <a:pt x="160436" y="576365"/>
                      <a:pt x="149958" y="591669"/>
                      <a:pt x="150466" y="603670"/>
                    </a:cubicBezTo>
                    <a:cubicBezTo>
                      <a:pt x="150784" y="610782"/>
                      <a:pt x="156181" y="614656"/>
                      <a:pt x="162404" y="616180"/>
                    </a:cubicBezTo>
                    <a:cubicBezTo>
                      <a:pt x="162595" y="616370"/>
                      <a:pt x="162722" y="616624"/>
                      <a:pt x="163039" y="616624"/>
                    </a:cubicBezTo>
                    <a:cubicBezTo>
                      <a:pt x="163928" y="616688"/>
                      <a:pt x="164944" y="616751"/>
                      <a:pt x="165960" y="616815"/>
                    </a:cubicBezTo>
                    <a:cubicBezTo>
                      <a:pt x="167548" y="617005"/>
                      <a:pt x="169199" y="617069"/>
                      <a:pt x="170723" y="617005"/>
                    </a:cubicBezTo>
                    <a:cubicBezTo>
                      <a:pt x="170977" y="617005"/>
                      <a:pt x="171167" y="616942"/>
                      <a:pt x="171358" y="616878"/>
                    </a:cubicBezTo>
                    <a:cubicBezTo>
                      <a:pt x="181772" y="616751"/>
                      <a:pt x="194408" y="616561"/>
                      <a:pt x="195424" y="627737"/>
                    </a:cubicBezTo>
                    <a:cubicBezTo>
                      <a:pt x="196250" y="636881"/>
                      <a:pt x="187423" y="648057"/>
                      <a:pt x="183867" y="656185"/>
                    </a:cubicBezTo>
                    <a:cubicBezTo>
                      <a:pt x="178724" y="668123"/>
                      <a:pt x="174596" y="681394"/>
                      <a:pt x="177454" y="694412"/>
                    </a:cubicBezTo>
                    <a:cubicBezTo>
                      <a:pt x="179676" y="704762"/>
                      <a:pt x="185963" y="715049"/>
                      <a:pt x="195742" y="719748"/>
                    </a:cubicBezTo>
                    <a:cubicBezTo>
                      <a:pt x="200568" y="722034"/>
                      <a:pt x="205775" y="720637"/>
                      <a:pt x="210347" y="722352"/>
                    </a:cubicBezTo>
                    <a:cubicBezTo>
                      <a:pt x="227428" y="728765"/>
                      <a:pt x="205838" y="756705"/>
                      <a:pt x="193964" y="750482"/>
                    </a:cubicBezTo>
                    <a:cubicBezTo>
                      <a:pt x="192313" y="748323"/>
                      <a:pt x="190662" y="744958"/>
                      <a:pt x="189201" y="743751"/>
                    </a:cubicBezTo>
                    <a:cubicBezTo>
                      <a:pt x="184883" y="740132"/>
                      <a:pt x="179295" y="738671"/>
                      <a:pt x="174977" y="734734"/>
                    </a:cubicBezTo>
                    <a:cubicBezTo>
                      <a:pt x="166405" y="726860"/>
                      <a:pt x="159610" y="716446"/>
                      <a:pt x="154530" y="706032"/>
                    </a:cubicBezTo>
                    <a:cubicBezTo>
                      <a:pt x="146783" y="690157"/>
                      <a:pt x="146910" y="666662"/>
                      <a:pt x="133448" y="654089"/>
                    </a:cubicBezTo>
                    <a:cubicBezTo>
                      <a:pt x="126209" y="647422"/>
                      <a:pt x="115732" y="646342"/>
                      <a:pt x="108302" y="639738"/>
                    </a:cubicBezTo>
                    <a:cubicBezTo>
                      <a:pt x="99666" y="632055"/>
                      <a:pt x="97825" y="622149"/>
                      <a:pt x="93570" y="612052"/>
                    </a:cubicBezTo>
                    <a:cubicBezTo>
                      <a:pt x="90713" y="605258"/>
                      <a:pt x="86077" y="601130"/>
                      <a:pt x="80807" y="599416"/>
                    </a:cubicBezTo>
                    <a:cubicBezTo>
                      <a:pt x="80616" y="599098"/>
                      <a:pt x="80362" y="598844"/>
                      <a:pt x="79854" y="598654"/>
                    </a:cubicBezTo>
                    <a:cubicBezTo>
                      <a:pt x="76743" y="597574"/>
                      <a:pt x="74393" y="597892"/>
                      <a:pt x="71599" y="598844"/>
                    </a:cubicBezTo>
                    <a:cubicBezTo>
                      <a:pt x="69059" y="599225"/>
                      <a:pt x="66519" y="600051"/>
                      <a:pt x="63979" y="601321"/>
                    </a:cubicBezTo>
                    <a:cubicBezTo>
                      <a:pt x="58899" y="602273"/>
                      <a:pt x="54137" y="601321"/>
                      <a:pt x="49374" y="596939"/>
                    </a:cubicBezTo>
                    <a:cubicBezTo>
                      <a:pt x="39595" y="587922"/>
                      <a:pt x="30007" y="578651"/>
                      <a:pt x="21752" y="568174"/>
                    </a:cubicBezTo>
                    <a:cubicBezTo>
                      <a:pt x="2575" y="543726"/>
                      <a:pt x="-2315" y="514897"/>
                      <a:pt x="924" y="484544"/>
                    </a:cubicBezTo>
                    <a:cubicBezTo>
                      <a:pt x="3972" y="455779"/>
                      <a:pt x="13243" y="428220"/>
                      <a:pt x="17116" y="399645"/>
                    </a:cubicBezTo>
                    <a:cubicBezTo>
                      <a:pt x="18958" y="386056"/>
                      <a:pt x="19085" y="372784"/>
                      <a:pt x="17942" y="359195"/>
                    </a:cubicBezTo>
                    <a:cubicBezTo>
                      <a:pt x="17688" y="344717"/>
                      <a:pt x="16164" y="330303"/>
                      <a:pt x="17180" y="315761"/>
                    </a:cubicBezTo>
                    <a:cubicBezTo>
                      <a:pt x="18704" y="293219"/>
                      <a:pt x="30134" y="275121"/>
                      <a:pt x="42389" y="256897"/>
                    </a:cubicBezTo>
                    <a:cubicBezTo>
                      <a:pt x="66075" y="221718"/>
                      <a:pt x="100873" y="192825"/>
                      <a:pt x="141068" y="177966"/>
                    </a:cubicBezTo>
                    <a:cubicBezTo>
                      <a:pt x="156880" y="172124"/>
                      <a:pt x="172755" y="169203"/>
                      <a:pt x="185582" y="157456"/>
                    </a:cubicBezTo>
                    <a:cubicBezTo>
                      <a:pt x="198853" y="145391"/>
                      <a:pt x="208124" y="129452"/>
                      <a:pt x="220634" y="116689"/>
                    </a:cubicBezTo>
                    <a:cubicBezTo>
                      <a:pt x="228127" y="109069"/>
                      <a:pt x="236255" y="102084"/>
                      <a:pt x="244891" y="95924"/>
                    </a:cubicBezTo>
                    <a:cubicBezTo>
                      <a:pt x="251114" y="91479"/>
                      <a:pt x="258035" y="87669"/>
                      <a:pt x="263433" y="82208"/>
                    </a:cubicBezTo>
                    <a:cubicBezTo>
                      <a:pt x="271434" y="74080"/>
                      <a:pt x="275307" y="62206"/>
                      <a:pt x="268132" y="52427"/>
                    </a:cubicBezTo>
                    <a:cubicBezTo>
                      <a:pt x="267560" y="51665"/>
                      <a:pt x="266290" y="52363"/>
                      <a:pt x="266862" y="53125"/>
                    </a:cubicBezTo>
                    <a:cubicBezTo>
                      <a:pt x="266925" y="53252"/>
                      <a:pt x="266989" y="53379"/>
                      <a:pt x="267052" y="53506"/>
                    </a:cubicBezTo>
                    <a:cubicBezTo>
                      <a:pt x="266227" y="52871"/>
                      <a:pt x="265338" y="52236"/>
                      <a:pt x="264258" y="51665"/>
                    </a:cubicBezTo>
                    <a:cubicBezTo>
                      <a:pt x="259496" y="49188"/>
                      <a:pt x="254035" y="49506"/>
                      <a:pt x="248891" y="50585"/>
                    </a:cubicBezTo>
                    <a:cubicBezTo>
                      <a:pt x="238287" y="52808"/>
                      <a:pt x="228952" y="57507"/>
                      <a:pt x="217967" y="58586"/>
                    </a:cubicBezTo>
                    <a:cubicBezTo>
                      <a:pt x="214538" y="58904"/>
                      <a:pt x="203679" y="60428"/>
                      <a:pt x="200949" y="58269"/>
                    </a:cubicBezTo>
                    <a:cubicBezTo>
                      <a:pt x="192186" y="51284"/>
                      <a:pt x="210220" y="45759"/>
                      <a:pt x="212569" y="45061"/>
                    </a:cubicBezTo>
                    <a:cubicBezTo>
                      <a:pt x="221586" y="42203"/>
                      <a:pt x="231238" y="40933"/>
                      <a:pt x="240509" y="39028"/>
                    </a:cubicBezTo>
                    <a:cubicBezTo>
                      <a:pt x="260956" y="34964"/>
                      <a:pt x="281403" y="30646"/>
                      <a:pt x="301152" y="23852"/>
                    </a:cubicBezTo>
                    <a:cubicBezTo>
                      <a:pt x="320202" y="17311"/>
                      <a:pt x="338109" y="7532"/>
                      <a:pt x="357667" y="2643"/>
                    </a:cubicBezTo>
                    <a:cubicBezTo>
                      <a:pt x="371891" y="-977"/>
                      <a:pt x="387893" y="-3136"/>
                      <a:pt x="396275" y="11787"/>
                    </a:cubicBezTo>
                    <a:cubicBezTo>
                      <a:pt x="398370" y="15597"/>
                      <a:pt x="397862" y="17565"/>
                      <a:pt x="402371" y="18835"/>
                    </a:cubicBezTo>
                    <a:cubicBezTo>
                      <a:pt x="407197" y="20296"/>
                      <a:pt x="412658" y="18454"/>
                      <a:pt x="417738" y="20042"/>
                    </a:cubicBezTo>
                    <a:cubicBezTo>
                      <a:pt x="425104" y="21820"/>
                      <a:pt x="428596" y="26709"/>
                      <a:pt x="428279" y="34774"/>
                    </a:cubicBezTo>
                    <a:cubicBezTo>
                      <a:pt x="428152" y="35726"/>
                      <a:pt x="428088" y="36679"/>
                      <a:pt x="428215" y="37631"/>
                    </a:cubicBezTo>
                    <a:cubicBezTo>
                      <a:pt x="429930" y="41187"/>
                      <a:pt x="430057" y="41505"/>
                      <a:pt x="434311" y="42203"/>
                    </a:cubicBezTo>
                    <a:cubicBezTo>
                      <a:pt x="442058" y="43410"/>
                      <a:pt x="452218" y="40743"/>
                      <a:pt x="459394" y="38393"/>
                    </a:cubicBezTo>
                    <a:cubicBezTo>
                      <a:pt x="463013" y="37250"/>
                      <a:pt x="466442" y="35790"/>
                      <a:pt x="469871" y="34202"/>
                    </a:cubicBezTo>
                    <a:cubicBezTo>
                      <a:pt x="472030" y="33123"/>
                      <a:pt x="474253" y="32043"/>
                      <a:pt x="476412" y="30964"/>
                    </a:cubicBezTo>
                    <a:cubicBezTo>
                      <a:pt x="482444" y="26392"/>
                      <a:pt x="487715" y="27979"/>
                      <a:pt x="492287" y="35726"/>
                    </a:cubicBezTo>
                    <a:cubicBezTo>
                      <a:pt x="491334" y="36679"/>
                      <a:pt x="491842" y="37949"/>
                      <a:pt x="492731" y="38520"/>
                    </a:cubicBezTo>
                    <a:cubicBezTo>
                      <a:pt x="486572" y="53189"/>
                      <a:pt x="468220" y="55665"/>
                      <a:pt x="453044" y="63476"/>
                    </a:cubicBezTo>
                    <a:cubicBezTo>
                      <a:pt x="439582" y="70334"/>
                      <a:pt x="422310" y="81319"/>
                      <a:pt x="412975" y="93448"/>
                    </a:cubicBezTo>
                    <a:cubicBezTo>
                      <a:pt x="409546" y="97893"/>
                      <a:pt x="407133" y="103735"/>
                      <a:pt x="408403" y="109450"/>
                    </a:cubicBezTo>
                    <a:cubicBezTo>
                      <a:pt x="410118" y="117197"/>
                      <a:pt x="418373" y="121007"/>
                      <a:pt x="420722" y="128563"/>
                    </a:cubicBezTo>
                    <a:cubicBezTo>
                      <a:pt x="425167" y="143232"/>
                      <a:pt x="417992" y="158980"/>
                      <a:pt x="427009" y="172632"/>
                    </a:cubicBezTo>
                    <a:cubicBezTo>
                      <a:pt x="427771" y="173775"/>
                      <a:pt x="429104" y="173648"/>
                      <a:pt x="429993" y="172950"/>
                    </a:cubicBezTo>
                    <a:cubicBezTo>
                      <a:pt x="430565" y="173140"/>
                      <a:pt x="431200" y="173013"/>
                      <a:pt x="431708" y="172378"/>
                    </a:cubicBezTo>
                    <a:cubicBezTo>
                      <a:pt x="447710" y="153836"/>
                      <a:pt x="464918" y="136374"/>
                      <a:pt x="472856" y="112688"/>
                    </a:cubicBezTo>
                    <a:cubicBezTo>
                      <a:pt x="476856" y="100814"/>
                      <a:pt x="479714" y="85891"/>
                      <a:pt x="489683" y="77319"/>
                    </a:cubicBezTo>
                    <a:cubicBezTo>
                      <a:pt x="495906" y="71985"/>
                      <a:pt x="508098" y="72302"/>
                      <a:pt x="510892" y="81002"/>
                    </a:cubicBezTo>
                    <a:cubicBezTo>
                      <a:pt x="511781" y="83796"/>
                      <a:pt x="511718" y="87034"/>
                      <a:pt x="511781" y="89955"/>
                    </a:cubicBezTo>
                    <a:cubicBezTo>
                      <a:pt x="511908" y="95035"/>
                      <a:pt x="511337" y="100179"/>
                      <a:pt x="511083" y="105259"/>
                    </a:cubicBezTo>
                    <a:cubicBezTo>
                      <a:pt x="510956" y="105386"/>
                      <a:pt x="510765" y="105513"/>
                      <a:pt x="510638" y="105576"/>
                    </a:cubicBezTo>
                    <a:cubicBezTo>
                      <a:pt x="510067" y="106148"/>
                      <a:pt x="510384" y="106973"/>
                      <a:pt x="510956" y="107354"/>
                    </a:cubicBezTo>
                    <a:cubicBezTo>
                      <a:pt x="510892" y="107735"/>
                      <a:pt x="510892" y="108180"/>
                      <a:pt x="510892" y="108561"/>
                    </a:cubicBezTo>
                    <a:cubicBezTo>
                      <a:pt x="510892" y="109323"/>
                      <a:pt x="512162" y="109513"/>
                      <a:pt x="512226" y="108751"/>
                    </a:cubicBezTo>
                    <a:cubicBezTo>
                      <a:pt x="512289" y="108180"/>
                      <a:pt x="512416" y="107608"/>
                      <a:pt x="512543" y="107037"/>
                    </a:cubicBezTo>
                    <a:cubicBezTo>
                      <a:pt x="515845" y="104497"/>
                      <a:pt x="519084" y="102020"/>
                      <a:pt x="522767" y="99988"/>
                    </a:cubicBezTo>
                    <a:cubicBezTo>
                      <a:pt x="525497" y="98401"/>
                      <a:pt x="528355" y="97131"/>
                      <a:pt x="531339" y="96051"/>
                    </a:cubicBezTo>
                    <a:cubicBezTo>
                      <a:pt x="534070" y="98337"/>
                      <a:pt x="536800" y="100623"/>
                      <a:pt x="539594" y="102846"/>
                    </a:cubicBezTo>
                    <a:cubicBezTo>
                      <a:pt x="540737" y="105449"/>
                      <a:pt x="539023" y="111101"/>
                      <a:pt x="539150" y="113958"/>
                    </a:cubicBezTo>
                    <a:cubicBezTo>
                      <a:pt x="539340" y="116244"/>
                      <a:pt x="539721" y="118594"/>
                      <a:pt x="540356" y="120753"/>
                    </a:cubicBezTo>
                    <a:cubicBezTo>
                      <a:pt x="541880" y="126404"/>
                      <a:pt x="544865" y="131548"/>
                      <a:pt x="548357" y="136183"/>
                    </a:cubicBezTo>
                    <a:cubicBezTo>
                      <a:pt x="554580" y="145073"/>
                      <a:pt x="570265" y="154916"/>
                      <a:pt x="561565" y="16723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19"/>
              <p:cNvSpPr/>
              <p:nvPr/>
            </p:nvSpPr>
            <p:spPr>
              <a:xfrm>
                <a:off x="-1722403" y="3384353"/>
                <a:ext cx="98344" cy="110816"/>
              </a:xfrm>
              <a:custGeom>
                <a:avLst/>
                <a:gdLst/>
                <a:ahLst/>
                <a:cxnLst/>
                <a:rect l="l" t="t" r="r" b="b"/>
                <a:pathLst>
                  <a:path w="98344" h="110816" extrusionOk="0">
                    <a:moveTo>
                      <a:pt x="96964" y="103505"/>
                    </a:moveTo>
                    <a:cubicBezTo>
                      <a:pt x="97282" y="105410"/>
                      <a:pt x="97663" y="107315"/>
                      <a:pt x="98044" y="109220"/>
                    </a:cubicBezTo>
                    <a:cubicBezTo>
                      <a:pt x="93789" y="111570"/>
                      <a:pt x="90233" y="111316"/>
                      <a:pt x="87376" y="108522"/>
                    </a:cubicBezTo>
                    <a:cubicBezTo>
                      <a:pt x="75819" y="101854"/>
                      <a:pt x="66802" y="85916"/>
                      <a:pt x="59944" y="74803"/>
                    </a:cubicBezTo>
                    <a:cubicBezTo>
                      <a:pt x="56642" y="69405"/>
                      <a:pt x="53657" y="63500"/>
                      <a:pt x="55308" y="56833"/>
                    </a:cubicBezTo>
                    <a:cubicBezTo>
                      <a:pt x="55880" y="54420"/>
                      <a:pt x="57086" y="52324"/>
                      <a:pt x="57340" y="49784"/>
                    </a:cubicBezTo>
                    <a:cubicBezTo>
                      <a:pt x="57658" y="46291"/>
                      <a:pt x="56896" y="42863"/>
                      <a:pt x="55435" y="39624"/>
                    </a:cubicBezTo>
                    <a:cubicBezTo>
                      <a:pt x="51498" y="31242"/>
                      <a:pt x="43307" y="26289"/>
                      <a:pt x="35115" y="22923"/>
                    </a:cubicBezTo>
                    <a:cubicBezTo>
                      <a:pt x="20764" y="17145"/>
                      <a:pt x="8128" y="13081"/>
                      <a:pt x="0" y="0"/>
                    </a:cubicBezTo>
                    <a:cubicBezTo>
                      <a:pt x="64" y="64"/>
                      <a:pt x="64" y="64"/>
                      <a:pt x="127" y="64"/>
                    </a:cubicBezTo>
                    <a:cubicBezTo>
                      <a:pt x="698" y="508"/>
                      <a:pt x="1333" y="953"/>
                      <a:pt x="1714" y="1270"/>
                    </a:cubicBezTo>
                    <a:cubicBezTo>
                      <a:pt x="4445" y="3239"/>
                      <a:pt x="7557" y="5080"/>
                      <a:pt x="10858" y="5905"/>
                    </a:cubicBezTo>
                    <a:cubicBezTo>
                      <a:pt x="11938" y="6159"/>
                      <a:pt x="12636" y="5334"/>
                      <a:pt x="12636" y="4572"/>
                    </a:cubicBezTo>
                    <a:cubicBezTo>
                      <a:pt x="36068" y="12827"/>
                      <a:pt x="59880" y="20066"/>
                      <a:pt x="83121" y="28892"/>
                    </a:cubicBezTo>
                    <a:cubicBezTo>
                      <a:pt x="88392" y="30861"/>
                      <a:pt x="90995" y="32385"/>
                      <a:pt x="94551" y="37021"/>
                    </a:cubicBezTo>
                    <a:cubicBezTo>
                      <a:pt x="99568" y="43434"/>
                      <a:pt x="98552" y="48451"/>
                      <a:pt x="97409" y="56324"/>
                    </a:cubicBezTo>
                    <a:cubicBezTo>
                      <a:pt x="96583" y="62230"/>
                      <a:pt x="95631" y="68072"/>
                      <a:pt x="95314" y="74041"/>
                    </a:cubicBezTo>
                    <a:cubicBezTo>
                      <a:pt x="94932" y="81788"/>
                      <a:pt x="95250" y="89598"/>
                      <a:pt x="96139" y="97282"/>
                    </a:cubicBezTo>
                    <a:cubicBezTo>
                      <a:pt x="96266" y="99314"/>
                      <a:pt x="96647" y="101409"/>
                      <a:pt x="96964" y="10350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19"/>
              <p:cNvSpPr/>
              <p:nvPr/>
            </p:nvSpPr>
            <p:spPr>
              <a:xfrm>
                <a:off x="-1592927" y="3382896"/>
                <a:ext cx="397129" cy="307338"/>
              </a:xfrm>
              <a:custGeom>
                <a:avLst/>
                <a:gdLst/>
                <a:ahLst/>
                <a:cxnLst/>
                <a:rect l="l" t="t" r="r" b="b"/>
                <a:pathLst>
                  <a:path w="397129" h="307338" extrusionOk="0">
                    <a:moveTo>
                      <a:pt x="397129" y="230564"/>
                    </a:moveTo>
                    <a:cubicBezTo>
                      <a:pt x="393383" y="232659"/>
                      <a:pt x="389636" y="234692"/>
                      <a:pt x="385826" y="236787"/>
                    </a:cubicBezTo>
                    <a:cubicBezTo>
                      <a:pt x="379667" y="236724"/>
                      <a:pt x="370459" y="226183"/>
                      <a:pt x="366141" y="221928"/>
                    </a:cubicBezTo>
                    <a:cubicBezTo>
                      <a:pt x="361125" y="217039"/>
                      <a:pt x="356489" y="211768"/>
                      <a:pt x="351790" y="206625"/>
                    </a:cubicBezTo>
                    <a:cubicBezTo>
                      <a:pt x="342138" y="196211"/>
                      <a:pt x="331851" y="186940"/>
                      <a:pt x="319596" y="179637"/>
                    </a:cubicBezTo>
                    <a:cubicBezTo>
                      <a:pt x="312547" y="175446"/>
                      <a:pt x="299021" y="166493"/>
                      <a:pt x="290195" y="170874"/>
                    </a:cubicBezTo>
                    <a:cubicBezTo>
                      <a:pt x="281432" y="175256"/>
                      <a:pt x="282512" y="189734"/>
                      <a:pt x="283528" y="197608"/>
                    </a:cubicBezTo>
                    <a:cubicBezTo>
                      <a:pt x="284163" y="202942"/>
                      <a:pt x="285496" y="208022"/>
                      <a:pt x="287147" y="212975"/>
                    </a:cubicBezTo>
                    <a:cubicBezTo>
                      <a:pt x="286957" y="213292"/>
                      <a:pt x="286957" y="213737"/>
                      <a:pt x="287211" y="214181"/>
                    </a:cubicBezTo>
                    <a:cubicBezTo>
                      <a:pt x="287528" y="214880"/>
                      <a:pt x="287973" y="215515"/>
                      <a:pt x="288290" y="216150"/>
                    </a:cubicBezTo>
                    <a:cubicBezTo>
                      <a:pt x="291275" y="224024"/>
                      <a:pt x="295212" y="231517"/>
                      <a:pt x="299466" y="238946"/>
                    </a:cubicBezTo>
                    <a:cubicBezTo>
                      <a:pt x="300038" y="240089"/>
                      <a:pt x="301435" y="239518"/>
                      <a:pt x="301625" y="238502"/>
                    </a:cubicBezTo>
                    <a:cubicBezTo>
                      <a:pt x="302832" y="240534"/>
                      <a:pt x="304102" y="242565"/>
                      <a:pt x="305308" y="244534"/>
                    </a:cubicBezTo>
                    <a:cubicBezTo>
                      <a:pt x="311214" y="254313"/>
                      <a:pt x="319596" y="264664"/>
                      <a:pt x="322580" y="275840"/>
                    </a:cubicBezTo>
                    <a:cubicBezTo>
                      <a:pt x="326962" y="291715"/>
                      <a:pt x="313627" y="312606"/>
                      <a:pt x="295402" y="306129"/>
                    </a:cubicBezTo>
                    <a:cubicBezTo>
                      <a:pt x="284988" y="302446"/>
                      <a:pt x="277876" y="291016"/>
                      <a:pt x="271463" y="282634"/>
                    </a:cubicBezTo>
                    <a:cubicBezTo>
                      <a:pt x="264922" y="274062"/>
                      <a:pt x="258636" y="265362"/>
                      <a:pt x="252540" y="256409"/>
                    </a:cubicBezTo>
                    <a:cubicBezTo>
                      <a:pt x="248412" y="250376"/>
                      <a:pt x="245364" y="247900"/>
                      <a:pt x="246761" y="240343"/>
                    </a:cubicBezTo>
                    <a:cubicBezTo>
                      <a:pt x="248476" y="231263"/>
                      <a:pt x="250127" y="235834"/>
                      <a:pt x="256413" y="232659"/>
                    </a:cubicBezTo>
                    <a:cubicBezTo>
                      <a:pt x="267335" y="227135"/>
                      <a:pt x="256032" y="213419"/>
                      <a:pt x="250254" y="208466"/>
                    </a:cubicBezTo>
                    <a:cubicBezTo>
                      <a:pt x="244285" y="203322"/>
                      <a:pt x="237109" y="199830"/>
                      <a:pt x="230061" y="196338"/>
                    </a:cubicBezTo>
                    <a:cubicBezTo>
                      <a:pt x="226505" y="194623"/>
                      <a:pt x="222695" y="192972"/>
                      <a:pt x="219329" y="190813"/>
                    </a:cubicBezTo>
                    <a:cubicBezTo>
                      <a:pt x="210693" y="185034"/>
                      <a:pt x="212662" y="180272"/>
                      <a:pt x="212916" y="171446"/>
                    </a:cubicBezTo>
                    <a:cubicBezTo>
                      <a:pt x="213170" y="163190"/>
                      <a:pt x="211455" y="156777"/>
                      <a:pt x="206502" y="150046"/>
                    </a:cubicBezTo>
                    <a:cubicBezTo>
                      <a:pt x="200596" y="141918"/>
                      <a:pt x="190754" y="137156"/>
                      <a:pt x="185420" y="128710"/>
                    </a:cubicBezTo>
                    <a:cubicBezTo>
                      <a:pt x="178435" y="117725"/>
                      <a:pt x="187008" y="111692"/>
                      <a:pt x="185293" y="101215"/>
                    </a:cubicBezTo>
                    <a:cubicBezTo>
                      <a:pt x="184277" y="94865"/>
                      <a:pt x="179261" y="89658"/>
                      <a:pt x="174308" y="85975"/>
                    </a:cubicBezTo>
                    <a:cubicBezTo>
                      <a:pt x="159703" y="75243"/>
                      <a:pt x="139700" y="71370"/>
                      <a:pt x="122682" y="66290"/>
                    </a:cubicBezTo>
                    <a:cubicBezTo>
                      <a:pt x="110744" y="62734"/>
                      <a:pt x="98806" y="58860"/>
                      <a:pt x="87693" y="53018"/>
                    </a:cubicBezTo>
                    <a:cubicBezTo>
                      <a:pt x="77851" y="47875"/>
                      <a:pt x="68898" y="41080"/>
                      <a:pt x="58738" y="36572"/>
                    </a:cubicBezTo>
                    <a:cubicBezTo>
                      <a:pt x="40196" y="28253"/>
                      <a:pt x="18352" y="30539"/>
                      <a:pt x="826" y="19998"/>
                    </a:cubicBezTo>
                    <a:cubicBezTo>
                      <a:pt x="699" y="19681"/>
                      <a:pt x="508" y="19427"/>
                      <a:pt x="0" y="19363"/>
                    </a:cubicBezTo>
                    <a:cubicBezTo>
                      <a:pt x="762" y="17903"/>
                      <a:pt x="1524" y="16506"/>
                      <a:pt x="2286" y="15109"/>
                    </a:cubicBezTo>
                    <a:cubicBezTo>
                      <a:pt x="3874" y="15172"/>
                      <a:pt x="5525" y="15363"/>
                      <a:pt x="7112" y="15553"/>
                    </a:cubicBezTo>
                    <a:cubicBezTo>
                      <a:pt x="10224" y="15934"/>
                      <a:pt x="13399" y="16378"/>
                      <a:pt x="16637" y="16759"/>
                    </a:cubicBezTo>
                    <a:cubicBezTo>
                      <a:pt x="22924" y="17522"/>
                      <a:pt x="29274" y="18347"/>
                      <a:pt x="35560" y="19109"/>
                    </a:cubicBezTo>
                    <a:cubicBezTo>
                      <a:pt x="37084" y="19300"/>
                      <a:pt x="37783" y="17395"/>
                      <a:pt x="37211" y="16252"/>
                    </a:cubicBezTo>
                    <a:cubicBezTo>
                      <a:pt x="34290" y="10790"/>
                      <a:pt x="30925" y="5711"/>
                      <a:pt x="27178" y="884"/>
                    </a:cubicBezTo>
                    <a:cubicBezTo>
                      <a:pt x="41339" y="-1338"/>
                      <a:pt x="57976" y="1139"/>
                      <a:pt x="71882" y="2726"/>
                    </a:cubicBezTo>
                    <a:cubicBezTo>
                      <a:pt x="88138" y="4568"/>
                      <a:pt x="103632" y="8505"/>
                      <a:pt x="118745" y="14728"/>
                    </a:cubicBezTo>
                    <a:cubicBezTo>
                      <a:pt x="150114" y="27555"/>
                      <a:pt x="180912" y="42033"/>
                      <a:pt x="211963" y="55749"/>
                    </a:cubicBezTo>
                    <a:cubicBezTo>
                      <a:pt x="226568" y="62162"/>
                      <a:pt x="241618" y="67687"/>
                      <a:pt x="253365" y="78863"/>
                    </a:cubicBezTo>
                    <a:cubicBezTo>
                      <a:pt x="263525" y="88578"/>
                      <a:pt x="272606" y="97405"/>
                      <a:pt x="284798" y="104644"/>
                    </a:cubicBezTo>
                    <a:cubicBezTo>
                      <a:pt x="310071" y="119820"/>
                      <a:pt x="333502" y="136711"/>
                      <a:pt x="354775" y="157031"/>
                    </a:cubicBezTo>
                    <a:cubicBezTo>
                      <a:pt x="342202" y="152713"/>
                      <a:pt x="329311" y="149538"/>
                      <a:pt x="316103" y="147379"/>
                    </a:cubicBezTo>
                    <a:cubicBezTo>
                      <a:pt x="314770" y="147189"/>
                      <a:pt x="313754" y="147887"/>
                      <a:pt x="313627" y="149221"/>
                    </a:cubicBezTo>
                    <a:cubicBezTo>
                      <a:pt x="312484" y="160778"/>
                      <a:pt x="326327" y="162302"/>
                      <a:pt x="334074" y="166493"/>
                    </a:cubicBezTo>
                    <a:cubicBezTo>
                      <a:pt x="348552" y="174494"/>
                      <a:pt x="355600" y="187384"/>
                      <a:pt x="366141" y="199259"/>
                    </a:cubicBezTo>
                    <a:cubicBezTo>
                      <a:pt x="371221" y="204910"/>
                      <a:pt x="377317" y="209292"/>
                      <a:pt x="383223" y="214054"/>
                    </a:cubicBezTo>
                    <a:cubicBezTo>
                      <a:pt x="385699" y="216022"/>
                      <a:pt x="388239" y="218055"/>
                      <a:pt x="390398" y="220340"/>
                    </a:cubicBezTo>
                    <a:cubicBezTo>
                      <a:pt x="393256" y="223452"/>
                      <a:pt x="395542" y="226754"/>
                      <a:pt x="397129" y="23056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19"/>
              <p:cNvSpPr/>
              <p:nvPr/>
            </p:nvSpPr>
            <p:spPr>
              <a:xfrm>
                <a:off x="-1277852" y="3656432"/>
                <a:ext cx="292298" cy="606315"/>
              </a:xfrm>
              <a:custGeom>
                <a:avLst/>
                <a:gdLst/>
                <a:ahLst/>
                <a:cxnLst/>
                <a:rect l="l" t="t" r="r" b="b"/>
                <a:pathLst>
                  <a:path w="292298" h="606315" extrusionOk="0">
                    <a:moveTo>
                      <a:pt x="290015" y="544657"/>
                    </a:moveTo>
                    <a:cubicBezTo>
                      <a:pt x="287031" y="565549"/>
                      <a:pt x="281633" y="585996"/>
                      <a:pt x="276045" y="606316"/>
                    </a:cubicBezTo>
                    <a:cubicBezTo>
                      <a:pt x="269505" y="557548"/>
                      <a:pt x="263980" y="508526"/>
                      <a:pt x="256170" y="460012"/>
                    </a:cubicBezTo>
                    <a:cubicBezTo>
                      <a:pt x="253693" y="444708"/>
                      <a:pt x="247343" y="428452"/>
                      <a:pt x="229817" y="426611"/>
                    </a:cubicBezTo>
                    <a:cubicBezTo>
                      <a:pt x="212482" y="424833"/>
                      <a:pt x="198829" y="437215"/>
                      <a:pt x="188923" y="449852"/>
                    </a:cubicBezTo>
                    <a:cubicBezTo>
                      <a:pt x="177112" y="464838"/>
                      <a:pt x="153236" y="502874"/>
                      <a:pt x="131646" y="479380"/>
                    </a:cubicBezTo>
                    <a:cubicBezTo>
                      <a:pt x="116279" y="462615"/>
                      <a:pt x="103897" y="443311"/>
                      <a:pt x="89355" y="425849"/>
                    </a:cubicBezTo>
                    <a:cubicBezTo>
                      <a:pt x="82497" y="417657"/>
                      <a:pt x="75258" y="409783"/>
                      <a:pt x="67130" y="402735"/>
                    </a:cubicBezTo>
                    <a:cubicBezTo>
                      <a:pt x="59129" y="395686"/>
                      <a:pt x="49985" y="389844"/>
                      <a:pt x="42683" y="382034"/>
                    </a:cubicBezTo>
                    <a:cubicBezTo>
                      <a:pt x="26109" y="364000"/>
                      <a:pt x="27506" y="338854"/>
                      <a:pt x="24903" y="316184"/>
                    </a:cubicBezTo>
                    <a:cubicBezTo>
                      <a:pt x="23887" y="307294"/>
                      <a:pt x="22299" y="298468"/>
                      <a:pt x="18870" y="290149"/>
                    </a:cubicBezTo>
                    <a:cubicBezTo>
                      <a:pt x="16330" y="283990"/>
                      <a:pt x="12203" y="278275"/>
                      <a:pt x="10361" y="271861"/>
                    </a:cubicBezTo>
                    <a:cubicBezTo>
                      <a:pt x="8202" y="264368"/>
                      <a:pt x="9155" y="256113"/>
                      <a:pt x="9472" y="248430"/>
                    </a:cubicBezTo>
                    <a:cubicBezTo>
                      <a:pt x="10361" y="222585"/>
                      <a:pt x="12203" y="196296"/>
                      <a:pt x="11695" y="170452"/>
                    </a:cubicBezTo>
                    <a:cubicBezTo>
                      <a:pt x="16584" y="145242"/>
                      <a:pt x="15822" y="119271"/>
                      <a:pt x="8329" y="94633"/>
                    </a:cubicBezTo>
                    <a:cubicBezTo>
                      <a:pt x="5091" y="83901"/>
                      <a:pt x="-10975" y="50183"/>
                      <a:pt x="12711" y="51834"/>
                    </a:cubicBezTo>
                    <a:cubicBezTo>
                      <a:pt x="17918" y="52151"/>
                      <a:pt x="23950" y="54501"/>
                      <a:pt x="27570" y="49357"/>
                    </a:cubicBezTo>
                    <a:cubicBezTo>
                      <a:pt x="29411" y="46754"/>
                      <a:pt x="29284" y="43071"/>
                      <a:pt x="29602" y="39959"/>
                    </a:cubicBezTo>
                    <a:cubicBezTo>
                      <a:pt x="30554" y="31324"/>
                      <a:pt x="31824" y="22370"/>
                      <a:pt x="36079" y="14623"/>
                    </a:cubicBezTo>
                    <a:cubicBezTo>
                      <a:pt x="40270" y="7130"/>
                      <a:pt x="47890" y="399"/>
                      <a:pt x="56843" y="18"/>
                    </a:cubicBezTo>
                    <a:cubicBezTo>
                      <a:pt x="65416" y="-363"/>
                      <a:pt x="71639" y="5479"/>
                      <a:pt x="76465" y="11702"/>
                    </a:cubicBezTo>
                    <a:cubicBezTo>
                      <a:pt x="85990" y="23957"/>
                      <a:pt x="97801" y="45484"/>
                      <a:pt x="116660" y="36276"/>
                    </a:cubicBezTo>
                    <a:cubicBezTo>
                      <a:pt x="117676" y="35768"/>
                      <a:pt x="117803" y="34435"/>
                      <a:pt x="117359" y="33546"/>
                    </a:cubicBezTo>
                    <a:cubicBezTo>
                      <a:pt x="113485" y="25799"/>
                      <a:pt x="112469" y="18052"/>
                      <a:pt x="114120" y="9860"/>
                    </a:cubicBezTo>
                    <a:cubicBezTo>
                      <a:pt x="116724" y="11575"/>
                      <a:pt x="119899" y="11765"/>
                      <a:pt x="123391" y="10559"/>
                    </a:cubicBezTo>
                    <a:cubicBezTo>
                      <a:pt x="125741" y="9733"/>
                      <a:pt x="127582" y="8019"/>
                      <a:pt x="129678" y="6558"/>
                    </a:cubicBezTo>
                    <a:cubicBezTo>
                      <a:pt x="133805" y="3701"/>
                      <a:pt x="137044" y="2113"/>
                      <a:pt x="140917" y="2494"/>
                    </a:cubicBezTo>
                    <a:cubicBezTo>
                      <a:pt x="140727" y="3447"/>
                      <a:pt x="141044" y="4653"/>
                      <a:pt x="142314" y="5034"/>
                    </a:cubicBezTo>
                    <a:cubicBezTo>
                      <a:pt x="163396" y="11829"/>
                      <a:pt x="171715" y="33165"/>
                      <a:pt x="178065" y="52469"/>
                    </a:cubicBezTo>
                    <a:cubicBezTo>
                      <a:pt x="184224" y="71138"/>
                      <a:pt x="192098" y="88537"/>
                      <a:pt x="200925" y="106063"/>
                    </a:cubicBezTo>
                    <a:cubicBezTo>
                      <a:pt x="219721" y="143528"/>
                      <a:pt x="235913" y="182072"/>
                      <a:pt x="248423" y="222141"/>
                    </a:cubicBezTo>
                    <a:cubicBezTo>
                      <a:pt x="273696" y="303738"/>
                      <a:pt x="282332" y="388955"/>
                      <a:pt x="290333" y="473601"/>
                    </a:cubicBezTo>
                    <a:cubicBezTo>
                      <a:pt x="292555" y="497477"/>
                      <a:pt x="293444" y="520972"/>
                      <a:pt x="290015" y="54465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19"/>
              <p:cNvSpPr/>
              <p:nvPr/>
            </p:nvSpPr>
            <p:spPr>
              <a:xfrm>
                <a:off x="-2037169" y="4093698"/>
                <a:ext cx="605062" cy="748170"/>
              </a:xfrm>
              <a:custGeom>
                <a:avLst/>
                <a:gdLst/>
                <a:ahLst/>
                <a:cxnLst/>
                <a:rect l="l" t="t" r="r" b="b"/>
                <a:pathLst>
                  <a:path w="605062" h="748170" extrusionOk="0">
                    <a:moveTo>
                      <a:pt x="566289" y="359106"/>
                    </a:moveTo>
                    <a:cubicBezTo>
                      <a:pt x="546668" y="385585"/>
                      <a:pt x="557526" y="418351"/>
                      <a:pt x="543874" y="446799"/>
                    </a:cubicBezTo>
                    <a:cubicBezTo>
                      <a:pt x="530602" y="474295"/>
                      <a:pt x="502853" y="491757"/>
                      <a:pt x="477516" y="506743"/>
                    </a:cubicBezTo>
                    <a:cubicBezTo>
                      <a:pt x="454085" y="520650"/>
                      <a:pt x="429383" y="534747"/>
                      <a:pt x="412556" y="556718"/>
                    </a:cubicBezTo>
                    <a:cubicBezTo>
                      <a:pt x="403666" y="568275"/>
                      <a:pt x="400046" y="581927"/>
                      <a:pt x="392744" y="594183"/>
                    </a:cubicBezTo>
                    <a:cubicBezTo>
                      <a:pt x="384933" y="607264"/>
                      <a:pt x="372170" y="610947"/>
                      <a:pt x="359025" y="616471"/>
                    </a:cubicBezTo>
                    <a:cubicBezTo>
                      <a:pt x="344992" y="622313"/>
                      <a:pt x="340039" y="629679"/>
                      <a:pt x="333689" y="642951"/>
                    </a:cubicBezTo>
                    <a:cubicBezTo>
                      <a:pt x="326196" y="658699"/>
                      <a:pt x="308606" y="660350"/>
                      <a:pt x="296732" y="671526"/>
                    </a:cubicBezTo>
                    <a:cubicBezTo>
                      <a:pt x="278507" y="688671"/>
                      <a:pt x="277491" y="716547"/>
                      <a:pt x="292350" y="735089"/>
                    </a:cubicBezTo>
                    <a:cubicBezTo>
                      <a:pt x="292795" y="736677"/>
                      <a:pt x="293303" y="738201"/>
                      <a:pt x="294128" y="739598"/>
                    </a:cubicBezTo>
                    <a:cubicBezTo>
                      <a:pt x="296033" y="742709"/>
                      <a:pt x="298700" y="742963"/>
                      <a:pt x="300796" y="745376"/>
                    </a:cubicBezTo>
                    <a:cubicBezTo>
                      <a:pt x="304288" y="745821"/>
                      <a:pt x="303780" y="746710"/>
                      <a:pt x="299335" y="748170"/>
                    </a:cubicBezTo>
                    <a:cubicBezTo>
                      <a:pt x="297621" y="747535"/>
                      <a:pt x="295970" y="746900"/>
                      <a:pt x="294319" y="746265"/>
                    </a:cubicBezTo>
                    <a:cubicBezTo>
                      <a:pt x="291588" y="745059"/>
                      <a:pt x="289112" y="743408"/>
                      <a:pt x="286572" y="741757"/>
                    </a:cubicBezTo>
                    <a:cubicBezTo>
                      <a:pt x="281111" y="738137"/>
                      <a:pt x="276158" y="733629"/>
                      <a:pt x="270760" y="729819"/>
                    </a:cubicBezTo>
                    <a:cubicBezTo>
                      <a:pt x="260219" y="722262"/>
                      <a:pt x="243963" y="719913"/>
                      <a:pt x="237042" y="708483"/>
                    </a:cubicBezTo>
                    <a:cubicBezTo>
                      <a:pt x="232470" y="700990"/>
                      <a:pt x="229168" y="692608"/>
                      <a:pt x="225866" y="684289"/>
                    </a:cubicBezTo>
                    <a:cubicBezTo>
                      <a:pt x="226564" y="683718"/>
                      <a:pt x="226945" y="682702"/>
                      <a:pt x="226310" y="681876"/>
                    </a:cubicBezTo>
                    <a:cubicBezTo>
                      <a:pt x="225231" y="680416"/>
                      <a:pt x="224151" y="678892"/>
                      <a:pt x="223072" y="677495"/>
                    </a:cubicBezTo>
                    <a:cubicBezTo>
                      <a:pt x="221357" y="673367"/>
                      <a:pt x="219579" y="669240"/>
                      <a:pt x="217611" y="665366"/>
                    </a:cubicBezTo>
                    <a:cubicBezTo>
                      <a:pt x="217166" y="664541"/>
                      <a:pt x="215896" y="665112"/>
                      <a:pt x="216150" y="665938"/>
                    </a:cubicBezTo>
                    <a:cubicBezTo>
                      <a:pt x="216531" y="667144"/>
                      <a:pt x="216976" y="668414"/>
                      <a:pt x="217420" y="669621"/>
                    </a:cubicBezTo>
                    <a:cubicBezTo>
                      <a:pt x="203196" y="649555"/>
                      <a:pt x="190369" y="628663"/>
                      <a:pt x="182686" y="605105"/>
                    </a:cubicBezTo>
                    <a:cubicBezTo>
                      <a:pt x="172399" y="573736"/>
                      <a:pt x="175066" y="541033"/>
                      <a:pt x="172526" y="508585"/>
                    </a:cubicBezTo>
                    <a:cubicBezTo>
                      <a:pt x="170811" y="486296"/>
                      <a:pt x="165985" y="463627"/>
                      <a:pt x="153476" y="444767"/>
                    </a:cubicBezTo>
                    <a:cubicBezTo>
                      <a:pt x="147951" y="436385"/>
                      <a:pt x="140903" y="428956"/>
                      <a:pt x="132457" y="423558"/>
                    </a:cubicBezTo>
                    <a:cubicBezTo>
                      <a:pt x="122043" y="416827"/>
                      <a:pt x="109915" y="414795"/>
                      <a:pt x="98548" y="410350"/>
                    </a:cubicBezTo>
                    <a:cubicBezTo>
                      <a:pt x="71815" y="399873"/>
                      <a:pt x="68957" y="372885"/>
                      <a:pt x="62417" y="348438"/>
                    </a:cubicBezTo>
                    <a:cubicBezTo>
                      <a:pt x="60067" y="339548"/>
                      <a:pt x="57146" y="330594"/>
                      <a:pt x="52130" y="322784"/>
                    </a:cubicBezTo>
                    <a:cubicBezTo>
                      <a:pt x="46097" y="313322"/>
                      <a:pt x="37271" y="306909"/>
                      <a:pt x="28444" y="300305"/>
                    </a:cubicBezTo>
                    <a:cubicBezTo>
                      <a:pt x="14982" y="290272"/>
                      <a:pt x="-1845" y="276111"/>
                      <a:pt x="4759" y="257061"/>
                    </a:cubicBezTo>
                    <a:cubicBezTo>
                      <a:pt x="7870" y="248044"/>
                      <a:pt x="16824" y="239154"/>
                      <a:pt x="14919" y="228931"/>
                    </a:cubicBezTo>
                    <a:cubicBezTo>
                      <a:pt x="14030" y="223914"/>
                      <a:pt x="10728" y="221882"/>
                      <a:pt x="7426" y="218390"/>
                    </a:cubicBezTo>
                    <a:cubicBezTo>
                      <a:pt x="1457" y="212103"/>
                      <a:pt x="-1274" y="206325"/>
                      <a:pt x="568" y="197308"/>
                    </a:cubicBezTo>
                    <a:cubicBezTo>
                      <a:pt x="3616" y="182131"/>
                      <a:pt x="17713" y="171971"/>
                      <a:pt x="25841" y="159462"/>
                    </a:cubicBezTo>
                    <a:cubicBezTo>
                      <a:pt x="33524" y="147778"/>
                      <a:pt x="38477" y="134379"/>
                      <a:pt x="40382" y="120600"/>
                    </a:cubicBezTo>
                    <a:cubicBezTo>
                      <a:pt x="42160" y="107519"/>
                      <a:pt x="38604" y="93231"/>
                      <a:pt x="42287" y="80595"/>
                    </a:cubicBezTo>
                    <a:cubicBezTo>
                      <a:pt x="44954" y="71578"/>
                      <a:pt x="53463" y="67895"/>
                      <a:pt x="60194" y="62116"/>
                    </a:cubicBezTo>
                    <a:cubicBezTo>
                      <a:pt x="60702" y="62561"/>
                      <a:pt x="61528" y="62624"/>
                      <a:pt x="61845" y="61926"/>
                    </a:cubicBezTo>
                    <a:cubicBezTo>
                      <a:pt x="62226" y="61037"/>
                      <a:pt x="62671" y="60211"/>
                      <a:pt x="63052" y="59322"/>
                    </a:cubicBezTo>
                    <a:cubicBezTo>
                      <a:pt x="64195" y="58052"/>
                      <a:pt x="65274" y="56719"/>
                      <a:pt x="66100" y="55195"/>
                    </a:cubicBezTo>
                    <a:cubicBezTo>
                      <a:pt x="67497" y="52718"/>
                      <a:pt x="68640" y="49924"/>
                      <a:pt x="69719" y="47003"/>
                    </a:cubicBezTo>
                    <a:cubicBezTo>
                      <a:pt x="76260" y="36399"/>
                      <a:pt x="84388" y="26810"/>
                      <a:pt x="94040" y="18873"/>
                    </a:cubicBezTo>
                    <a:cubicBezTo>
                      <a:pt x="101152" y="13031"/>
                      <a:pt x="108962" y="7951"/>
                      <a:pt x="117344" y="4014"/>
                    </a:cubicBezTo>
                    <a:cubicBezTo>
                      <a:pt x="123885" y="902"/>
                      <a:pt x="134489" y="-3289"/>
                      <a:pt x="139188" y="4204"/>
                    </a:cubicBezTo>
                    <a:cubicBezTo>
                      <a:pt x="142173" y="8840"/>
                      <a:pt x="141157" y="15634"/>
                      <a:pt x="140268" y="20778"/>
                    </a:cubicBezTo>
                    <a:cubicBezTo>
                      <a:pt x="140077" y="21984"/>
                      <a:pt x="140712" y="23127"/>
                      <a:pt x="142109" y="23127"/>
                    </a:cubicBezTo>
                    <a:cubicBezTo>
                      <a:pt x="163826" y="23445"/>
                      <a:pt x="185480" y="24207"/>
                      <a:pt x="207133" y="25731"/>
                    </a:cubicBezTo>
                    <a:cubicBezTo>
                      <a:pt x="218436" y="26493"/>
                      <a:pt x="231136" y="26302"/>
                      <a:pt x="242122" y="29287"/>
                    </a:cubicBezTo>
                    <a:cubicBezTo>
                      <a:pt x="253107" y="32271"/>
                      <a:pt x="258949" y="40209"/>
                      <a:pt x="263902" y="49861"/>
                    </a:cubicBezTo>
                    <a:cubicBezTo>
                      <a:pt x="271078" y="63894"/>
                      <a:pt x="277174" y="76721"/>
                      <a:pt x="289620" y="87008"/>
                    </a:cubicBezTo>
                    <a:cubicBezTo>
                      <a:pt x="301050" y="96406"/>
                      <a:pt x="315020" y="102566"/>
                      <a:pt x="329625" y="104471"/>
                    </a:cubicBezTo>
                    <a:cubicBezTo>
                      <a:pt x="337435" y="105487"/>
                      <a:pt x="344674" y="104407"/>
                      <a:pt x="352485" y="104090"/>
                    </a:cubicBezTo>
                    <a:cubicBezTo>
                      <a:pt x="366455" y="103518"/>
                      <a:pt x="373694" y="111773"/>
                      <a:pt x="382266" y="121425"/>
                    </a:cubicBezTo>
                    <a:cubicBezTo>
                      <a:pt x="395982" y="136856"/>
                      <a:pt x="410143" y="155779"/>
                      <a:pt x="405444" y="177750"/>
                    </a:cubicBezTo>
                    <a:cubicBezTo>
                      <a:pt x="402967" y="189116"/>
                      <a:pt x="396300" y="193752"/>
                      <a:pt x="387791" y="200610"/>
                    </a:cubicBezTo>
                    <a:cubicBezTo>
                      <a:pt x="384489" y="203277"/>
                      <a:pt x="381123" y="206388"/>
                      <a:pt x="382266" y="211087"/>
                    </a:cubicBezTo>
                    <a:cubicBezTo>
                      <a:pt x="384171" y="219215"/>
                      <a:pt x="397633" y="222200"/>
                      <a:pt x="407603" y="223470"/>
                    </a:cubicBezTo>
                    <a:cubicBezTo>
                      <a:pt x="413064" y="227343"/>
                      <a:pt x="420176" y="225756"/>
                      <a:pt x="425573" y="221438"/>
                    </a:cubicBezTo>
                    <a:cubicBezTo>
                      <a:pt x="431098" y="216929"/>
                      <a:pt x="434400" y="210008"/>
                      <a:pt x="440559" y="206198"/>
                    </a:cubicBezTo>
                    <a:cubicBezTo>
                      <a:pt x="446719" y="202324"/>
                      <a:pt x="454466" y="201562"/>
                      <a:pt x="461514" y="203023"/>
                    </a:cubicBezTo>
                    <a:cubicBezTo>
                      <a:pt x="467674" y="204356"/>
                      <a:pt x="473579" y="207468"/>
                      <a:pt x="477834" y="212103"/>
                    </a:cubicBezTo>
                    <a:cubicBezTo>
                      <a:pt x="482977" y="217755"/>
                      <a:pt x="482469" y="223914"/>
                      <a:pt x="485581" y="230391"/>
                    </a:cubicBezTo>
                    <a:cubicBezTo>
                      <a:pt x="490978" y="241631"/>
                      <a:pt x="504948" y="236043"/>
                      <a:pt x="514473" y="235090"/>
                    </a:cubicBezTo>
                    <a:cubicBezTo>
                      <a:pt x="533269" y="233122"/>
                      <a:pt x="553970" y="232868"/>
                      <a:pt x="572322" y="237694"/>
                    </a:cubicBezTo>
                    <a:cubicBezTo>
                      <a:pt x="589848" y="242266"/>
                      <a:pt x="600960" y="255855"/>
                      <a:pt x="604135" y="273381"/>
                    </a:cubicBezTo>
                    <a:cubicBezTo>
                      <a:pt x="610231" y="307544"/>
                      <a:pt x="584958" y="333960"/>
                      <a:pt x="566289" y="3591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2" name="Google Shape;402;p19"/>
            <p:cNvGrpSpPr/>
            <p:nvPr/>
          </p:nvGrpSpPr>
          <p:grpSpPr>
            <a:xfrm>
              <a:off x="6544668" y="4712060"/>
              <a:ext cx="145765" cy="224705"/>
              <a:chOff x="1043729" y="754112"/>
              <a:chExt cx="275081" cy="424052"/>
            </a:xfrm>
          </p:grpSpPr>
          <p:sp>
            <p:nvSpPr>
              <p:cNvPr id="403" name="Google Shape;403;p19"/>
              <p:cNvSpPr/>
              <p:nvPr/>
            </p:nvSpPr>
            <p:spPr>
              <a:xfrm>
                <a:off x="1043729" y="754112"/>
                <a:ext cx="275081" cy="424052"/>
              </a:xfrm>
              <a:custGeom>
                <a:avLst/>
                <a:gdLst/>
                <a:ahLst/>
                <a:cxnLst/>
                <a:rect l="l" t="t" r="r" b="b"/>
                <a:pathLst>
                  <a:path w="275081" h="424052" extrusionOk="0">
                    <a:moveTo>
                      <a:pt x="0" y="137541"/>
                    </a:moveTo>
                    <a:cubicBezTo>
                      <a:pt x="0" y="213487"/>
                      <a:pt x="82105" y="424053"/>
                      <a:pt x="137541" y="424053"/>
                    </a:cubicBezTo>
                    <a:cubicBezTo>
                      <a:pt x="189103" y="424053"/>
                      <a:pt x="275082" y="213487"/>
                      <a:pt x="275082" y="137541"/>
                    </a:cubicBezTo>
                    <a:cubicBezTo>
                      <a:pt x="275082" y="61595"/>
                      <a:pt x="213487" y="0"/>
                      <a:pt x="137541" y="0"/>
                    </a:cubicBezTo>
                    <a:cubicBezTo>
                      <a:pt x="61595" y="0"/>
                      <a:pt x="0" y="61595"/>
                      <a:pt x="0" y="13754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19"/>
              <p:cNvSpPr/>
              <p:nvPr/>
            </p:nvSpPr>
            <p:spPr>
              <a:xfrm>
                <a:off x="1120182" y="830502"/>
                <a:ext cx="122237" cy="122301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122301" extrusionOk="0">
                    <a:moveTo>
                      <a:pt x="0" y="61150"/>
                    </a:moveTo>
                    <a:cubicBezTo>
                      <a:pt x="0" y="94933"/>
                      <a:pt x="27368" y="122301"/>
                      <a:pt x="61151" y="122301"/>
                    </a:cubicBezTo>
                    <a:cubicBezTo>
                      <a:pt x="94933" y="122301"/>
                      <a:pt x="122238" y="94933"/>
                      <a:pt x="122238" y="61150"/>
                    </a:cubicBezTo>
                    <a:cubicBezTo>
                      <a:pt x="122238" y="27368"/>
                      <a:pt x="94869" y="0"/>
                      <a:pt x="61151" y="0"/>
                    </a:cubicBezTo>
                    <a:cubicBezTo>
                      <a:pt x="27305" y="0"/>
                      <a:pt x="0" y="27368"/>
                      <a:pt x="0" y="6115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5" name="Google Shape;405;p19"/>
            <p:cNvGrpSpPr/>
            <p:nvPr/>
          </p:nvGrpSpPr>
          <p:grpSpPr>
            <a:xfrm>
              <a:off x="5761443" y="4800935"/>
              <a:ext cx="145765" cy="224705"/>
              <a:chOff x="930783" y="678815"/>
              <a:chExt cx="275081" cy="424052"/>
            </a:xfrm>
          </p:grpSpPr>
          <p:sp>
            <p:nvSpPr>
              <p:cNvPr id="406" name="Google Shape;406;p19"/>
              <p:cNvSpPr/>
              <p:nvPr/>
            </p:nvSpPr>
            <p:spPr>
              <a:xfrm>
                <a:off x="930783" y="678815"/>
                <a:ext cx="275081" cy="424052"/>
              </a:xfrm>
              <a:custGeom>
                <a:avLst/>
                <a:gdLst/>
                <a:ahLst/>
                <a:cxnLst/>
                <a:rect l="l" t="t" r="r" b="b"/>
                <a:pathLst>
                  <a:path w="275081" h="424052" extrusionOk="0">
                    <a:moveTo>
                      <a:pt x="0" y="137541"/>
                    </a:moveTo>
                    <a:cubicBezTo>
                      <a:pt x="0" y="213487"/>
                      <a:pt x="82105" y="424053"/>
                      <a:pt x="137541" y="424053"/>
                    </a:cubicBezTo>
                    <a:cubicBezTo>
                      <a:pt x="189103" y="424053"/>
                      <a:pt x="275082" y="213487"/>
                      <a:pt x="275082" y="137541"/>
                    </a:cubicBezTo>
                    <a:cubicBezTo>
                      <a:pt x="275082" y="61595"/>
                      <a:pt x="213487" y="0"/>
                      <a:pt x="137541" y="0"/>
                    </a:cubicBezTo>
                    <a:cubicBezTo>
                      <a:pt x="61595" y="0"/>
                      <a:pt x="0" y="61595"/>
                      <a:pt x="0" y="13754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19"/>
              <p:cNvSpPr/>
              <p:nvPr/>
            </p:nvSpPr>
            <p:spPr>
              <a:xfrm>
                <a:off x="1007236" y="755205"/>
                <a:ext cx="122237" cy="122301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122301" extrusionOk="0">
                    <a:moveTo>
                      <a:pt x="0" y="61150"/>
                    </a:moveTo>
                    <a:cubicBezTo>
                      <a:pt x="0" y="94933"/>
                      <a:pt x="27368" y="122301"/>
                      <a:pt x="61151" y="122301"/>
                    </a:cubicBezTo>
                    <a:cubicBezTo>
                      <a:pt x="94933" y="122301"/>
                      <a:pt x="122238" y="94933"/>
                      <a:pt x="122238" y="61150"/>
                    </a:cubicBezTo>
                    <a:cubicBezTo>
                      <a:pt x="122238" y="27368"/>
                      <a:pt x="94869" y="0"/>
                      <a:pt x="61151" y="0"/>
                    </a:cubicBezTo>
                    <a:cubicBezTo>
                      <a:pt x="27305" y="0"/>
                      <a:pt x="0" y="27368"/>
                      <a:pt x="0" y="6115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08" name="Google Shape;408;p19"/>
          <p:cNvSpPr txBox="1">
            <a:spLocks noGrp="1"/>
          </p:cNvSpPr>
          <p:nvPr>
            <p:ph type="subTitle" idx="1"/>
          </p:nvPr>
        </p:nvSpPr>
        <p:spPr>
          <a:xfrm>
            <a:off x="719975" y="1736450"/>
            <a:ext cx="24831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9" name="Google Shape;409;p19"/>
          <p:cNvSpPr txBox="1">
            <a:spLocks noGrp="1"/>
          </p:cNvSpPr>
          <p:nvPr>
            <p:ph type="subTitle" idx="2"/>
          </p:nvPr>
        </p:nvSpPr>
        <p:spPr>
          <a:xfrm>
            <a:off x="3330436" y="1736450"/>
            <a:ext cx="24831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0" name="Google Shape;410;p19"/>
          <p:cNvSpPr txBox="1">
            <a:spLocks noGrp="1"/>
          </p:cNvSpPr>
          <p:nvPr>
            <p:ph type="subTitle" idx="3"/>
          </p:nvPr>
        </p:nvSpPr>
        <p:spPr>
          <a:xfrm>
            <a:off x="719975" y="3431525"/>
            <a:ext cx="24831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1" name="Google Shape;411;p19"/>
          <p:cNvSpPr txBox="1">
            <a:spLocks noGrp="1"/>
          </p:cNvSpPr>
          <p:nvPr>
            <p:ph type="subTitle" idx="4"/>
          </p:nvPr>
        </p:nvSpPr>
        <p:spPr>
          <a:xfrm>
            <a:off x="3330436" y="3431525"/>
            <a:ext cx="24831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2" name="Google Shape;412;p19"/>
          <p:cNvSpPr txBox="1">
            <a:spLocks noGrp="1"/>
          </p:cNvSpPr>
          <p:nvPr>
            <p:ph type="subTitle" idx="5"/>
          </p:nvPr>
        </p:nvSpPr>
        <p:spPr>
          <a:xfrm>
            <a:off x="5940897" y="1736450"/>
            <a:ext cx="24831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3" name="Google Shape;413;p19"/>
          <p:cNvSpPr txBox="1">
            <a:spLocks noGrp="1"/>
          </p:cNvSpPr>
          <p:nvPr>
            <p:ph type="subTitle" idx="6"/>
          </p:nvPr>
        </p:nvSpPr>
        <p:spPr>
          <a:xfrm>
            <a:off x="5940897" y="3431525"/>
            <a:ext cx="24831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4" name="Google Shape;414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15" name="Google Shape;415;p19"/>
          <p:cNvSpPr txBox="1">
            <a:spLocks noGrp="1"/>
          </p:cNvSpPr>
          <p:nvPr>
            <p:ph type="subTitle" idx="7"/>
          </p:nvPr>
        </p:nvSpPr>
        <p:spPr>
          <a:xfrm>
            <a:off x="719963" y="1273925"/>
            <a:ext cx="24831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>
            <a:endParaRPr/>
          </a:p>
        </p:txBody>
      </p:sp>
      <p:sp>
        <p:nvSpPr>
          <p:cNvPr id="416" name="Google Shape;416;p19"/>
          <p:cNvSpPr txBox="1">
            <a:spLocks noGrp="1"/>
          </p:cNvSpPr>
          <p:nvPr>
            <p:ph type="subTitle" idx="8"/>
          </p:nvPr>
        </p:nvSpPr>
        <p:spPr>
          <a:xfrm>
            <a:off x="3330424" y="1273925"/>
            <a:ext cx="24831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>
            <a:endParaRPr/>
          </a:p>
        </p:txBody>
      </p:sp>
      <p:sp>
        <p:nvSpPr>
          <p:cNvPr id="417" name="Google Shape;417;p19"/>
          <p:cNvSpPr txBox="1">
            <a:spLocks noGrp="1"/>
          </p:cNvSpPr>
          <p:nvPr>
            <p:ph type="subTitle" idx="9"/>
          </p:nvPr>
        </p:nvSpPr>
        <p:spPr>
          <a:xfrm>
            <a:off x="5940886" y="1273925"/>
            <a:ext cx="24831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>
            <a:endParaRPr/>
          </a:p>
        </p:txBody>
      </p:sp>
      <p:sp>
        <p:nvSpPr>
          <p:cNvPr id="418" name="Google Shape;418;p19"/>
          <p:cNvSpPr txBox="1">
            <a:spLocks noGrp="1"/>
          </p:cNvSpPr>
          <p:nvPr>
            <p:ph type="subTitle" idx="13"/>
          </p:nvPr>
        </p:nvSpPr>
        <p:spPr>
          <a:xfrm>
            <a:off x="719975" y="2969125"/>
            <a:ext cx="24831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>
            <a:endParaRPr/>
          </a:p>
        </p:txBody>
      </p:sp>
      <p:sp>
        <p:nvSpPr>
          <p:cNvPr id="419" name="Google Shape;419;p19"/>
          <p:cNvSpPr txBox="1">
            <a:spLocks noGrp="1"/>
          </p:cNvSpPr>
          <p:nvPr>
            <p:ph type="subTitle" idx="14"/>
          </p:nvPr>
        </p:nvSpPr>
        <p:spPr>
          <a:xfrm>
            <a:off x="3330436" y="2969125"/>
            <a:ext cx="24831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>
            <a:endParaRPr/>
          </a:p>
        </p:txBody>
      </p:sp>
      <p:sp>
        <p:nvSpPr>
          <p:cNvPr id="420" name="Google Shape;420;p19"/>
          <p:cNvSpPr txBox="1">
            <a:spLocks noGrp="1"/>
          </p:cNvSpPr>
          <p:nvPr>
            <p:ph type="subTitle" idx="15"/>
          </p:nvPr>
        </p:nvSpPr>
        <p:spPr>
          <a:xfrm>
            <a:off x="5940886" y="2969125"/>
            <a:ext cx="24831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>
            <a:endParaRPr/>
          </a:p>
        </p:txBody>
      </p:sp>
      <p:grpSp>
        <p:nvGrpSpPr>
          <p:cNvPr id="421" name="Google Shape;421;p19"/>
          <p:cNvGrpSpPr/>
          <p:nvPr/>
        </p:nvGrpSpPr>
        <p:grpSpPr>
          <a:xfrm>
            <a:off x="-622729" y="858450"/>
            <a:ext cx="10057991" cy="4883424"/>
            <a:chOff x="-622729" y="858450"/>
            <a:chExt cx="10057991" cy="4883424"/>
          </a:xfrm>
        </p:grpSpPr>
        <p:grpSp>
          <p:nvGrpSpPr>
            <p:cNvPr id="422" name="Google Shape;422;p19"/>
            <p:cNvGrpSpPr/>
            <p:nvPr/>
          </p:nvGrpSpPr>
          <p:grpSpPr>
            <a:xfrm>
              <a:off x="8705012" y="3022953"/>
              <a:ext cx="730250" cy="206375"/>
              <a:chOff x="8640762" y="5785103"/>
              <a:chExt cx="730250" cy="206375"/>
            </a:xfrm>
          </p:grpSpPr>
          <p:sp>
            <p:nvSpPr>
              <p:cNvPr id="423" name="Google Shape;423;p19"/>
              <p:cNvSpPr/>
              <p:nvPr/>
            </p:nvSpPr>
            <p:spPr>
              <a:xfrm>
                <a:off x="8799512" y="5785103"/>
                <a:ext cx="412750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412750" h="206375" extrusionOk="0">
                    <a:moveTo>
                      <a:pt x="0" y="206375"/>
                    </a:moveTo>
                    <a:cubicBezTo>
                      <a:pt x="0" y="92393"/>
                      <a:pt x="92393" y="0"/>
                      <a:pt x="206375" y="0"/>
                    </a:cubicBezTo>
                    <a:cubicBezTo>
                      <a:pt x="320357" y="0"/>
                      <a:pt x="412750" y="92393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19"/>
              <p:cNvSpPr/>
              <p:nvPr/>
            </p:nvSpPr>
            <p:spPr>
              <a:xfrm>
                <a:off x="8640762" y="5880353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 extrusionOk="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19"/>
              <p:cNvSpPr/>
              <p:nvPr/>
            </p:nvSpPr>
            <p:spPr>
              <a:xfrm>
                <a:off x="9148762" y="5880353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 extrusionOk="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6" name="Google Shape;426;p19"/>
            <p:cNvGrpSpPr/>
            <p:nvPr/>
          </p:nvGrpSpPr>
          <p:grpSpPr>
            <a:xfrm>
              <a:off x="8551387" y="3542929"/>
              <a:ext cx="571500" cy="133350"/>
              <a:chOff x="8990012" y="6086729"/>
              <a:chExt cx="571500" cy="133350"/>
            </a:xfrm>
          </p:grpSpPr>
          <p:sp>
            <p:nvSpPr>
              <p:cNvPr id="427" name="Google Shape;427;p19"/>
              <p:cNvSpPr/>
              <p:nvPr/>
            </p:nvSpPr>
            <p:spPr>
              <a:xfrm>
                <a:off x="8990012" y="6201029"/>
                <a:ext cx="3810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9050" extrusionOk="0">
                    <a:moveTo>
                      <a:pt x="0" y="0"/>
                    </a:moveTo>
                    <a:lnTo>
                      <a:pt x="381000" y="0"/>
                    </a:lnTo>
                    <a:lnTo>
                      <a:pt x="3810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19"/>
              <p:cNvSpPr/>
              <p:nvPr/>
            </p:nvSpPr>
            <p:spPr>
              <a:xfrm>
                <a:off x="9180512" y="6086729"/>
                <a:ext cx="3810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9050" extrusionOk="0">
                    <a:moveTo>
                      <a:pt x="0" y="0"/>
                    </a:moveTo>
                    <a:lnTo>
                      <a:pt x="381000" y="0"/>
                    </a:lnTo>
                    <a:lnTo>
                      <a:pt x="3810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9" name="Google Shape;429;p19"/>
            <p:cNvGrpSpPr/>
            <p:nvPr/>
          </p:nvGrpSpPr>
          <p:grpSpPr>
            <a:xfrm>
              <a:off x="-622729" y="858450"/>
              <a:ext cx="1218641" cy="344399"/>
              <a:chOff x="10448480" y="3783774"/>
              <a:chExt cx="730250" cy="206375"/>
            </a:xfrm>
          </p:grpSpPr>
          <p:sp>
            <p:nvSpPr>
              <p:cNvPr id="430" name="Google Shape;430;p19"/>
              <p:cNvSpPr/>
              <p:nvPr/>
            </p:nvSpPr>
            <p:spPr>
              <a:xfrm>
                <a:off x="10607230" y="3783774"/>
                <a:ext cx="412750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412750" h="206375" extrusionOk="0">
                    <a:moveTo>
                      <a:pt x="0" y="206375"/>
                    </a:moveTo>
                    <a:cubicBezTo>
                      <a:pt x="0" y="92392"/>
                      <a:pt x="92392" y="0"/>
                      <a:pt x="206375" y="0"/>
                    </a:cubicBezTo>
                    <a:cubicBezTo>
                      <a:pt x="320357" y="0"/>
                      <a:pt x="412750" y="92392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19"/>
              <p:cNvSpPr/>
              <p:nvPr/>
            </p:nvSpPr>
            <p:spPr>
              <a:xfrm>
                <a:off x="10448480" y="3879024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 extrusionOk="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529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19"/>
              <p:cNvSpPr/>
              <p:nvPr/>
            </p:nvSpPr>
            <p:spPr>
              <a:xfrm>
                <a:off x="10956480" y="3879024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 extrusionOk="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529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3" name="Google Shape;433;p19"/>
            <p:cNvSpPr/>
            <p:nvPr/>
          </p:nvSpPr>
          <p:spPr>
            <a:xfrm>
              <a:off x="8741887" y="2690304"/>
              <a:ext cx="190500" cy="19050"/>
            </a:xfrm>
            <a:custGeom>
              <a:avLst/>
              <a:gdLst/>
              <a:ahLst/>
              <a:cxnLst/>
              <a:rect l="l" t="t" r="r" b="b"/>
              <a:pathLst>
                <a:path w="190500" h="19050" extrusionOk="0">
                  <a:moveTo>
                    <a:pt x="0" y="0"/>
                  </a:moveTo>
                  <a:lnTo>
                    <a:pt x="190500" y="0"/>
                  </a:lnTo>
                  <a:lnTo>
                    <a:pt x="190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4" name="Google Shape;434;p19"/>
            <p:cNvGrpSpPr/>
            <p:nvPr/>
          </p:nvGrpSpPr>
          <p:grpSpPr>
            <a:xfrm>
              <a:off x="265080" y="2375599"/>
              <a:ext cx="238125" cy="133350"/>
              <a:chOff x="11983230" y="2227399"/>
              <a:chExt cx="238125" cy="133350"/>
            </a:xfrm>
          </p:grpSpPr>
          <p:sp>
            <p:nvSpPr>
              <p:cNvPr id="435" name="Google Shape;435;p19"/>
              <p:cNvSpPr/>
              <p:nvPr/>
            </p:nvSpPr>
            <p:spPr>
              <a:xfrm>
                <a:off x="11983230" y="2227399"/>
                <a:ext cx="1905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" extrusionOk="0">
                    <a:moveTo>
                      <a:pt x="0" y="0"/>
                    </a:moveTo>
                    <a:lnTo>
                      <a:pt x="190500" y="0"/>
                    </a:lnTo>
                    <a:lnTo>
                      <a:pt x="1905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19"/>
              <p:cNvSpPr/>
              <p:nvPr/>
            </p:nvSpPr>
            <p:spPr>
              <a:xfrm>
                <a:off x="12030855" y="2341699"/>
                <a:ext cx="1905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" extrusionOk="0">
                    <a:moveTo>
                      <a:pt x="0" y="0"/>
                    </a:moveTo>
                    <a:lnTo>
                      <a:pt x="190500" y="0"/>
                    </a:lnTo>
                    <a:lnTo>
                      <a:pt x="1905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7" name="Google Shape;437;p19"/>
            <p:cNvSpPr/>
            <p:nvPr/>
          </p:nvSpPr>
          <p:spPr>
            <a:xfrm>
              <a:off x="3879676" y="4718147"/>
              <a:ext cx="2270136" cy="648137"/>
            </a:xfrm>
            <a:custGeom>
              <a:avLst/>
              <a:gdLst/>
              <a:ahLst/>
              <a:cxnLst/>
              <a:rect l="l" t="t" r="r" b="b"/>
              <a:pathLst>
                <a:path w="324421" h="113808" extrusionOk="0">
                  <a:moveTo>
                    <a:pt x="324422" y="80090"/>
                  </a:moveTo>
                  <a:cubicBezTo>
                    <a:pt x="324422" y="80090"/>
                    <a:pt x="311912" y="40720"/>
                    <a:pt x="235458" y="50309"/>
                  </a:cubicBezTo>
                  <a:cubicBezTo>
                    <a:pt x="157607" y="60088"/>
                    <a:pt x="168783" y="-4682"/>
                    <a:pt x="187135" y="271"/>
                  </a:cubicBezTo>
                  <a:cubicBezTo>
                    <a:pt x="205486" y="5224"/>
                    <a:pt x="199898" y="32592"/>
                    <a:pt x="172974" y="39450"/>
                  </a:cubicBezTo>
                  <a:cubicBezTo>
                    <a:pt x="130492" y="50309"/>
                    <a:pt x="114617" y="12971"/>
                    <a:pt x="70676" y="32592"/>
                  </a:cubicBezTo>
                  <a:cubicBezTo>
                    <a:pt x="41275" y="45737"/>
                    <a:pt x="30035" y="78820"/>
                    <a:pt x="30035" y="78820"/>
                  </a:cubicBezTo>
                  <a:cubicBezTo>
                    <a:pt x="30035" y="78820"/>
                    <a:pt x="13779" y="109427"/>
                    <a:pt x="0" y="113809"/>
                  </a:cubicBezTo>
                </a:path>
              </a:pathLst>
            </a:custGeom>
            <a:noFill/>
            <a:ln w="9525" cap="rnd" cmpd="sng">
              <a:solidFill>
                <a:schemeClr val="accent5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19"/>
            <p:cNvSpPr/>
            <p:nvPr/>
          </p:nvSpPr>
          <p:spPr>
            <a:xfrm rot="-2445744">
              <a:off x="6895913" y="4704104"/>
              <a:ext cx="830515" cy="872458"/>
            </a:xfrm>
            <a:custGeom>
              <a:avLst/>
              <a:gdLst/>
              <a:ahLst/>
              <a:cxnLst/>
              <a:rect l="l" t="t" r="r" b="b"/>
              <a:pathLst>
                <a:path w="269113" h="282704" extrusionOk="0">
                  <a:moveTo>
                    <a:pt x="0" y="247780"/>
                  </a:moveTo>
                  <a:cubicBezTo>
                    <a:pt x="4572" y="232413"/>
                    <a:pt x="18923" y="221745"/>
                    <a:pt x="34036" y="216474"/>
                  </a:cubicBezTo>
                  <a:cubicBezTo>
                    <a:pt x="49149" y="211204"/>
                    <a:pt x="65405" y="210251"/>
                    <a:pt x="81217" y="207584"/>
                  </a:cubicBezTo>
                  <a:cubicBezTo>
                    <a:pt x="110998" y="202631"/>
                    <a:pt x="140081" y="191392"/>
                    <a:pt x="163513" y="172405"/>
                  </a:cubicBezTo>
                  <a:cubicBezTo>
                    <a:pt x="186944" y="153419"/>
                    <a:pt x="204470" y="126368"/>
                    <a:pt x="209042" y="96523"/>
                  </a:cubicBezTo>
                  <a:cubicBezTo>
                    <a:pt x="213614" y="66677"/>
                    <a:pt x="204343" y="34420"/>
                    <a:pt x="182563" y="13592"/>
                  </a:cubicBezTo>
                  <a:cubicBezTo>
                    <a:pt x="172085" y="3622"/>
                    <a:pt x="156528" y="-3807"/>
                    <a:pt x="143383" y="2098"/>
                  </a:cubicBezTo>
                  <a:cubicBezTo>
                    <a:pt x="130239" y="8004"/>
                    <a:pt x="125413" y="24260"/>
                    <a:pt x="124651" y="38610"/>
                  </a:cubicBezTo>
                  <a:cubicBezTo>
                    <a:pt x="122365" y="80394"/>
                    <a:pt x="142177" y="122812"/>
                    <a:pt x="175768" y="147831"/>
                  </a:cubicBezTo>
                  <a:cubicBezTo>
                    <a:pt x="190246" y="158626"/>
                    <a:pt x="207010" y="166309"/>
                    <a:pt x="220599" y="178184"/>
                  </a:cubicBezTo>
                  <a:cubicBezTo>
                    <a:pt x="250063" y="203901"/>
                    <a:pt x="260350" y="244605"/>
                    <a:pt x="269113" y="282705"/>
                  </a:cubicBezTo>
                </a:path>
              </a:pathLst>
            </a:custGeom>
            <a:noFill/>
            <a:ln w="9525" cap="rnd" cmpd="sng">
              <a:solidFill>
                <a:schemeClr val="accent5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4" name="Google Shape;464;p21"/>
          <p:cNvGrpSpPr/>
          <p:nvPr/>
        </p:nvGrpSpPr>
        <p:grpSpPr>
          <a:xfrm>
            <a:off x="-1097578" y="-140125"/>
            <a:ext cx="11399276" cy="5713231"/>
            <a:chOff x="-1097578" y="-140125"/>
            <a:chExt cx="11399276" cy="5713231"/>
          </a:xfrm>
        </p:grpSpPr>
        <p:grpSp>
          <p:nvGrpSpPr>
            <p:cNvPr id="465" name="Google Shape;465;p21"/>
            <p:cNvGrpSpPr/>
            <p:nvPr/>
          </p:nvGrpSpPr>
          <p:grpSpPr>
            <a:xfrm flipH="1">
              <a:off x="-317769" y="-54172"/>
              <a:ext cx="8821660" cy="5039264"/>
              <a:chOff x="700230" y="-54172"/>
              <a:chExt cx="8821660" cy="5039264"/>
            </a:xfrm>
          </p:grpSpPr>
          <p:grpSp>
            <p:nvGrpSpPr>
              <p:cNvPr id="466" name="Google Shape;466;p21"/>
              <p:cNvGrpSpPr/>
              <p:nvPr/>
            </p:nvGrpSpPr>
            <p:grpSpPr>
              <a:xfrm>
                <a:off x="8617548" y="3711095"/>
                <a:ext cx="904342" cy="255575"/>
                <a:chOff x="10448480" y="3783774"/>
                <a:chExt cx="730250" cy="206375"/>
              </a:xfrm>
            </p:grpSpPr>
            <p:sp>
              <p:nvSpPr>
                <p:cNvPr id="467" name="Google Shape;467;p21"/>
                <p:cNvSpPr/>
                <p:nvPr/>
              </p:nvSpPr>
              <p:spPr>
                <a:xfrm>
                  <a:off x="10607230" y="3783774"/>
                  <a:ext cx="412750" cy="20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0" h="206375" extrusionOk="0">
                      <a:moveTo>
                        <a:pt x="0" y="206375"/>
                      </a:moveTo>
                      <a:cubicBezTo>
                        <a:pt x="0" y="92392"/>
                        <a:pt x="92392" y="0"/>
                        <a:pt x="206375" y="0"/>
                      </a:cubicBezTo>
                      <a:cubicBezTo>
                        <a:pt x="320357" y="0"/>
                        <a:pt x="412750" y="92392"/>
                        <a:pt x="412750" y="206375"/>
                      </a:cubicBezTo>
                      <a:lnTo>
                        <a:pt x="0" y="20637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8" name="Google Shape;468;p21"/>
                <p:cNvSpPr/>
                <p:nvPr/>
              </p:nvSpPr>
              <p:spPr>
                <a:xfrm>
                  <a:off x="10448480" y="3879024"/>
                  <a:ext cx="22225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111125" extrusionOk="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529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9" name="Google Shape;469;p21"/>
                <p:cNvSpPr/>
                <p:nvPr/>
              </p:nvSpPr>
              <p:spPr>
                <a:xfrm>
                  <a:off x="10956480" y="3879024"/>
                  <a:ext cx="22225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111125" extrusionOk="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529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70" name="Google Shape;470;p21"/>
              <p:cNvGrpSpPr/>
              <p:nvPr/>
            </p:nvGrpSpPr>
            <p:grpSpPr>
              <a:xfrm>
                <a:off x="700230" y="4778717"/>
                <a:ext cx="571500" cy="206375"/>
                <a:chOff x="5428455" y="6115367"/>
                <a:chExt cx="571500" cy="206375"/>
              </a:xfrm>
            </p:grpSpPr>
            <p:sp>
              <p:nvSpPr>
                <p:cNvPr id="471" name="Google Shape;471;p21"/>
                <p:cNvSpPr/>
                <p:nvPr/>
              </p:nvSpPr>
              <p:spPr>
                <a:xfrm>
                  <a:off x="5428455" y="6115367"/>
                  <a:ext cx="412750" cy="20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0" h="206375" extrusionOk="0">
                      <a:moveTo>
                        <a:pt x="0" y="206375"/>
                      </a:moveTo>
                      <a:cubicBezTo>
                        <a:pt x="0" y="92392"/>
                        <a:pt x="92392" y="0"/>
                        <a:pt x="206375" y="0"/>
                      </a:cubicBezTo>
                      <a:cubicBezTo>
                        <a:pt x="320357" y="0"/>
                        <a:pt x="412750" y="92392"/>
                        <a:pt x="412750" y="206375"/>
                      </a:cubicBezTo>
                      <a:lnTo>
                        <a:pt x="0" y="20637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2" name="Google Shape;472;p21"/>
                <p:cNvSpPr/>
                <p:nvPr/>
              </p:nvSpPr>
              <p:spPr>
                <a:xfrm>
                  <a:off x="5777705" y="6210617"/>
                  <a:ext cx="22225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111125" extrusionOk="0">
                      <a:moveTo>
                        <a:pt x="0" y="111125"/>
                      </a:moveTo>
                      <a:cubicBezTo>
                        <a:pt x="0" y="49721"/>
                        <a:pt x="49784" y="0"/>
                        <a:pt x="111125" y="0"/>
                      </a:cubicBezTo>
                      <a:cubicBezTo>
                        <a:pt x="172529" y="0"/>
                        <a:pt x="222250" y="49721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73" name="Google Shape;473;p21"/>
              <p:cNvGrpSpPr/>
              <p:nvPr/>
            </p:nvGrpSpPr>
            <p:grpSpPr>
              <a:xfrm>
                <a:off x="1148692" y="-54172"/>
                <a:ext cx="7539965" cy="390131"/>
                <a:chOff x="8640762" y="5785103"/>
                <a:chExt cx="3988555" cy="206375"/>
              </a:xfrm>
            </p:grpSpPr>
            <p:sp>
              <p:nvSpPr>
                <p:cNvPr id="474" name="Google Shape;474;p21"/>
                <p:cNvSpPr/>
                <p:nvPr/>
              </p:nvSpPr>
              <p:spPr>
                <a:xfrm>
                  <a:off x="12057817" y="5785103"/>
                  <a:ext cx="412750" cy="20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0" h="206375" extrusionOk="0">
                      <a:moveTo>
                        <a:pt x="0" y="206375"/>
                      </a:moveTo>
                      <a:cubicBezTo>
                        <a:pt x="0" y="92393"/>
                        <a:pt x="92393" y="0"/>
                        <a:pt x="206375" y="0"/>
                      </a:cubicBezTo>
                      <a:cubicBezTo>
                        <a:pt x="320357" y="0"/>
                        <a:pt x="412750" y="92393"/>
                        <a:pt x="412750" y="206375"/>
                      </a:cubicBezTo>
                      <a:lnTo>
                        <a:pt x="0" y="20637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5" name="Google Shape;475;p21"/>
                <p:cNvSpPr/>
                <p:nvPr/>
              </p:nvSpPr>
              <p:spPr>
                <a:xfrm>
                  <a:off x="8640762" y="5880353"/>
                  <a:ext cx="22225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111125" extrusionOk="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466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6" name="Google Shape;476;p21"/>
                <p:cNvSpPr/>
                <p:nvPr/>
              </p:nvSpPr>
              <p:spPr>
                <a:xfrm>
                  <a:off x="12407067" y="5880353"/>
                  <a:ext cx="22225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111125" extrusionOk="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466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77" name="Google Shape;477;p21"/>
            <p:cNvGrpSpPr/>
            <p:nvPr/>
          </p:nvGrpSpPr>
          <p:grpSpPr>
            <a:xfrm flipH="1">
              <a:off x="-1097578" y="-140125"/>
              <a:ext cx="11399276" cy="5713231"/>
              <a:chOff x="-1097578" y="-140125"/>
              <a:chExt cx="11399276" cy="5713231"/>
            </a:xfrm>
          </p:grpSpPr>
          <p:grpSp>
            <p:nvGrpSpPr>
              <p:cNvPr id="478" name="Google Shape;478;p21"/>
              <p:cNvGrpSpPr/>
              <p:nvPr/>
            </p:nvGrpSpPr>
            <p:grpSpPr>
              <a:xfrm>
                <a:off x="163266" y="1648442"/>
                <a:ext cx="427082" cy="127376"/>
                <a:chOff x="8990012" y="6086729"/>
                <a:chExt cx="571500" cy="133350"/>
              </a:xfrm>
            </p:grpSpPr>
            <p:sp>
              <p:nvSpPr>
                <p:cNvPr id="479" name="Google Shape;479;p21"/>
                <p:cNvSpPr/>
                <p:nvPr/>
              </p:nvSpPr>
              <p:spPr>
                <a:xfrm>
                  <a:off x="8990012" y="6201029"/>
                  <a:ext cx="38100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19050" extrusionOk="0">
                      <a:moveTo>
                        <a:pt x="0" y="0"/>
                      </a:moveTo>
                      <a:lnTo>
                        <a:pt x="381000" y="0"/>
                      </a:lnTo>
                      <a:lnTo>
                        <a:pt x="381000" y="19050"/>
                      </a:ln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0" name="Google Shape;480;p21"/>
                <p:cNvSpPr/>
                <p:nvPr/>
              </p:nvSpPr>
              <p:spPr>
                <a:xfrm>
                  <a:off x="9180512" y="6086729"/>
                  <a:ext cx="38100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19050" extrusionOk="0">
                      <a:moveTo>
                        <a:pt x="0" y="0"/>
                      </a:moveTo>
                      <a:lnTo>
                        <a:pt x="381000" y="0"/>
                      </a:lnTo>
                      <a:lnTo>
                        <a:pt x="381000" y="19050"/>
                      </a:ln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81" name="Google Shape;481;p21"/>
              <p:cNvGrpSpPr/>
              <p:nvPr/>
            </p:nvGrpSpPr>
            <p:grpSpPr>
              <a:xfrm>
                <a:off x="-1097578" y="-140125"/>
                <a:ext cx="11399276" cy="5713231"/>
                <a:chOff x="-1097578" y="-140125"/>
                <a:chExt cx="11399276" cy="5713231"/>
              </a:xfrm>
            </p:grpSpPr>
            <p:sp>
              <p:nvSpPr>
                <p:cNvPr id="482" name="Google Shape;482;p21"/>
                <p:cNvSpPr/>
                <p:nvPr/>
              </p:nvSpPr>
              <p:spPr>
                <a:xfrm rot="10261421">
                  <a:off x="6619900" y="4242766"/>
                  <a:ext cx="3621765" cy="1054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979" h="254919" extrusionOk="0">
                      <a:moveTo>
                        <a:pt x="0" y="254762"/>
                      </a:moveTo>
                      <a:cubicBezTo>
                        <a:pt x="29654" y="256731"/>
                        <a:pt x="57658" y="239967"/>
                        <a:pt x="78549" y="218821"/>
                      </a:cubicBezTo>
                      <a:cubicBezTo>
                        <a:pt x="99378" y="197676"/>
                        <a:pt x="115062" y="172021"/>
                        <a:pt x="134429" y="149416"/>
                      </a:cubicBezTo>
                      <a:cubicBezTo>
                        <a:pt x="153797" y="126873"/>
                        <a:pt x="178498" y="106680"/>
                        <a:pt x="207899" y="102489"/>
                      </a:cubicBezTo>
                      <a:cubicBezTo>
                        <a:pt x="229870" y="99378"/>
                        <a:pt x="253936" y="106490"/>
                        <a:pt x="267970" y="123635"/>
                      </a:cubicBezTo>
                      <a:cubicBezTo>
                        <a:pt x="282004" y="140779"/>
                        <a:pt x="283464" y="168212"/>
                        <a:pt x="268669" y="184785"/>
                      </a:cubicBezTo>
                      <a:cubicBezTo>
                        <a:pt x="258635" y="196024"/>
                        <a:pt x="237617" y="199390"/>
                        <a:pt x="229870" y="186436"/>
                      </a:cubicBezTo>
                      <a:cubicBezTo>
                        <a:pt x="223457" y="175641"/>
                        <a:pt x="231267" y="160909"/>
                        <a:pt x="242507" y="155257"/>
                      </a:cubicBezTo>
                      <a:cubicBezTo>
                        <a:pt x="253746" y="149606"/>
                        <a:pt x="266954" y="150304"/>
                        <a:pt x="279591" y="150559"/>
                      </a:cubicBezTo>
                      <a:cubicBezTo>
                        <a:pt x="401193" y="152845"/>
                        <a:pt x="522605" y="95504"/>
                        <a:pt x="597979" y="0"/>
                      </a:cubicBezTo>
                    </a:path>
                  </a:pathLst>
                </a:custGeom>
                <a:noFill/>
                <a:ln w="12700" cap="rnd" cmpd="sng">
                  <a:solidFill>
                    <a:schemeClr val="accent5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83" name="Google Shape;483;p21"/>
                <p:cNvGrpSpPr/>
                <p:nvPr/>
              </p:nvGrpSpPr>
              <p:grpSpPr>
                <a:xfrm rot="10256276" flipH="1">
                  <a:off x="-1049320" y="116013"/>
                  <a:ext cx="3321875" cy="876014"/>
                  <a:chOff x="3970718" y="1375536"/>
                  <a:chExt cx="368172" cy="97092"/>
                </a:xfrm>
              </p:grpSpPr>
              <p:sp>
                <p:nvSpPr>
                  <p:cNvPr id="484" name="Google Shape;484;p21"/>
                  <p:cNvSpPr/>
                  <p:nvPr/>
                </p:nvSpPr>
                <p:spPr>
                  <a:xfrm>
                    <a:off x="3970718" y="1379156"/>
                    <a:ext cx="18351" cy="49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351" h="4952" extrusionOk="0">
                        <a:moveTo>
                          <a:pt x="0" y="4953"/>
                        </a:moveTo>
                        <a:cubicBezTo>
                          <a:pt x="0" y="4953"/>
                          <a:pt x="7176" y="2349"/>
                          <a:pt x="18352" y="0"/>
                        </a:cubicBezTo>
                      </a:path>
                    </a:pathLst>
                  </a:custGeom>
                  <a:noFill/>
                  <a:ln w="12700" cap="rnd" cmpd="sng">
                    <a:solidFill>
                      <a:schemeClr val="accent5"/>
                    </a:solidFill>
                    <a:prstDash val="dash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5" name="Google Shape;485;p21"/>
                  <p:cNvSpPr/>
                  <p:nvPr/>
                </p:nvSpPr>
                <p:spPr>
                  <a:xfrm>
                    <a:off x="4029075" y="1375536"/>
                    <a:ext cx="280479" cy="7137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479" h="71374" extrusionOk="0">
                        <a:moveTo>
                          <a:pt x="0" y="0"/>
                        </a:moveTo>
                        <a:cubicBezTo>
                          <a:pt x="17590" y="762"/>
                          <a:pt x="36385" y="5017"/>
                          <a:pt x="52260" y="16701"/>
                        </a:cubicBezTo>
                        <a:cubicBezTo>
                          <a:pt x="93091" y="46736"/>
                          <a:pt x="97917" y="66294"/>
                          <a:pt x="152908" y="67945"/>
                        </a:cubicBezTo>
                        <a:cubicBezTo>
                          <a:pt x="197422" y="69279"/>
                          <a:pt x="239014" y="47181"/>
                          <a:pt x="280479" y="71374"/>
                        </a:cubicBezTo>
                      </a:path>
                    </a:pathLst>
                  </a:custGeom>
                  <a:noFill/>
                  <a:ln w="12700" cap="rnd" cmpd="sng">
                    <a:solidFill>
                      <a:schemeClr val="accent5"/>
                    </a:solidFill>
                    <a:prstDash val="dash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6" name="Google Shape;486;p21"/>
                  <p:cNvSpPr/>
                  <p:nvPr/>
                </p:nvSpPr>
                <p:spPr>
                  <a:xfrm>
                    <a:off x="4325746" y="1458849"/>
                    <a:ext cx="13144" cy="137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44" h="13779" extrusionOk="0">
                        <a:moveTo>
                          <a:pt x="0" y="0"/>
                        </a:moveTo>
                        <a:cubicBezTo>
                          <a:pt x="4382" y="3937"/>
                          <a:pt x="8763" y="8509"/>
                          <a:pt x="13145" y="13779"/>
                        </a:cubicBezTo>
                      </a:path>
                    </a:pathLst>
                  </a:custGeom>
                  <a:noFill/>
                  <a:ln w="12700" cap="rnd" cmpd="sng">
                    <a:solidFill>
                      <a:schemeClr val="accent5"/>
                    </a:solidFill>
                    <a:prstDash val="dash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87" name="Google Shape;487;p21"/>
                <p:cNvSpPr/>
                <p:nvPr/>
              </p:nvSpPr>
              <p:spPr>
                <a:xfrm rot="7899692" flipH="1">
                  <a:off x="-653759" y="663676"/>
                  <a:ext cx="2123516" cy="2632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585" h="77422" extrusionOk="0">
                      <a:moveTo>
                        <a:pt x="0" y="69331"/>
                      </a:moveTo>
                      <a:cubicBezTo>
                        <a:pt x="32957" y="25326"/>
                        <a:pt x="89090" y="3228"/>
                        <a:pt x="144018" y="370"/>
                      </a:cubicBezTo>
                      <a:cubicBezTo>
                        <a:pt x="198945" y="-2487"/>
                        <a:pt x="253238" y="11610"/>
                        <a:pt x="305626" y="28310"/>
                      </a:cubicBezTo>
                      <a:cubicBezTo>
                        <a:pt x="358013" y="45011"/>
                        <a:pt x="409829" y="64569"/>
                        <a:pt x="464121" y="73205"/>
                      </a:cubicBezTo>
                      <a:cubicBezTo>
                        <a:pt x="518414" y="81777"/>
                        <a:pt x="576580" y="78539"/>
                        <a:pt x="624586" y="51742"/>
                      </a:cubicBezTo>
                    </a:path>
                  </a:pathLst>
                </a:custGeom>
                <a:noFill/>
                <a:ln w="12700" cap="rnd" cmpd="sng">
                  <a:solidFill>
                    <a:schemeClr val="accent5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9" name="Google Shape;489;p22"/>
          <p:cNvGrpSpPr/>
          <p:nvPr/>
        </p:nvGrpSpPr>
        <p:grpSpPr>
          <a:xfrm>
            <a:off x="-1472691" y="-276764"/>
            <a:ext cx="10787129" cy="5938407"/>
            <a:chOff x="-1472691" y="-276764"/>
            <a:chExt cx="10787129" cy="5938407"/>
          </a:xfrm>
        </p:grpSpPr>
        <p:grpSp>
          <p:nvGrpSpPr>
            <p:cNvPr id="490" name="Google Shape;490;p22"/>
            <p:cNvGrpSpPr/>
            <p:nvPr/>
          </p:nvGrpSpPr>
          <p:grpSpPr>
            <a:xfrm>
              <a:off x="955109" y="4667085"/>
              <a:ext cx="1242374" cy="351106"/>
              <a:chOff x="8640762" y="5785103"/>
              <a:chExt cx="730250" cy="206375"/>
            </a:xfrm>
          </p:grpSpPr>
          <p:sp>
            <p:nvSpPr>
              <p:cNvPr id="491" name="Google Shape;491;p22"/>
              <p:cNvSpPr/>
              <p:nvPr/>
            </p:nvSpPr>
            <p:spPr>
              <a:xfrm>
                <a:off x="8799512" y="5785103"/>
                <a:ext cx="412750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412750" h="206375" extrusionOk="0">
                    <a:moveTo>
                      <a:pt x="0" y="206375"/>
                    </a:moveTo>
                    <a:cubicBezTo>
                      <a:pt x="0" y="92393"/>
                      <a:pt x="92393" y="0"/>
                      <a:pt x="206375" y="0"/>
                    </a:cubicBezTo>
                    <a:cubicBezTo>
                      <a:pt x="320357" y="0"/>
                      <a:pt x="412750" y="92393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22"/>
              <p:cNvSpPr/>
              <p:nvPr/>
            </p:nvSpPr>
            <p:spPr>
              <a:xfrm>
                <a:off x="8640762" y="5880353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 extrusionOk="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22"/>
              <p:cNvSpPr/>
              <p:nvPr/>
            </p:nvSpPr>
            <p:spPr>
              <a:xfrm>
                <a:off x="9148762" y="5880353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 extrusionOk="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4" name="Google Shape;494;p22"/>
            <p:cNvGrpSpPr/>
            <p:nvPr/>
          </p:nvGrpSpPr>
          <p:grpSpPr>
            <a:xfrm>
              <a:off x="6699830" y="128174"/>
              <a:ext cx="730250" cy="206375"/>
              <a:chOff x="10448480" y="3783774"/>
              <a:chExt cx="730250" cy="206375"/>
            </a:xfrm>
          </p:grpSpPr>
          <p:sp>
            <p:nvSpPr>
              <p:cNvPr id="495" name="Google Shape;495;p22"/>
              <p:cNvSpPr/>
              <p:nvPr/>
            </p:nvSpPr>
            <p:spPr>
              <a:xfrm>
                <a:off x="10607230" y="3783774"/>
                <a:ext cx="412750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412750" h="206375" extrusionOk="0">
                    <a:moveTo>
                      <a:pt x="0" y="206375"/>
                    </a:moveTo>
                    <a:cubicBezTo>
                      <a:pt x="0" y="92392"/>
                      <a:pt x="92392" y="0"/>
                      <a:pt x="206375" y="0"/>
                    </a:cubicBezTo>
                    <a:cubicBezTo>
                      <a:pt x="320357" y="0"/>
                      <a:pt x="412750" y="92392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22"/>
              <p:cNvSpPr/>
              <p:nvPr/>
            </p:nvSpPr>
            <p:spPr>
              <a:xfrm>
                <a:off x="10448480" y="3879024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 extrusionOk="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529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22"/>
              <p:cNvSpPr/>
              <p:nvPr/>
            </p:nvSpPr>
            <p:spPr>
              <a:xfrm>
                <a:off x="10956480" y="3879024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 extrusionOk="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529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8" name="Google Shape;498;p22"/>
            <p:cNvGrpSpPr/>
            <p:nvPr/>
          </p:nvGrpSpPr>
          <p:grpSpPr>
            <a:xfrm>
              <a:off x="-145820" y="3767167"/>
              <a:ext cx="571500" cy="206375"/>
              <a:chOff x="10607230" y="6115367"/>
              <a:chExt cx="571500" cy="206375"/>
            </a:xfrm>
          </p:grpSpPr>
          <p:sp>
            <p:nvSpPr>
              <p:cNvPr id="499" name="Google Shape;499;p22"/>
              <p:cNvSpPr/>
              <p:nvPr/>
            </p:nvSpPr>
            <p:spPr>
              <a:xfrm>
                <a:off x="10607230" y="6115367"/>
                <a:ext cx="412750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412750" h="206375" extrusionOk="0">
                    <a:moveTo>
                      <a:pt x="0" y="206375"/>
                    </a:moveTo>
                    <a:cubicBezTo>
                      <a:pt x="0" y="92392"/>
                      <a:pt x="92392" y="0"/>
                      <a:pt x="206375" y="0"/>
                    </a:cubicBezTo>
                    <a:cubicBezTo>
                      <a:pt x="320357" y="0"/>
                      <a:pt x="412750" y="92392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22"/>
              <p:cNvSpPr/>
              <p:nvPr/>
            </p:nvSpPr>
            <p:spPr>
              <a:xfrm>
                <a:off x="10956480" y="6210617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 extrusionOk="0">
                    <a:moveTo>
                      <a:pt x="0" y="111125"/>
                    </a:moveTo>
                    <a:cubicBezTo>
                      <a:pt x="0" y="49721"/>
                      <a:pt x="49784" y="0"/>
                      <a:pt x="111125" y="0"/>
                    </a:cubicBezTo>
                    <a:cubicBezTo>
                      <a:pt x="172529" y="0"/>
                      <a:pt x="222250" y="49721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1" name="Google Shape;501;p22"/>
            <p:cNvGrpSpPr/>
            <p:nvPr/>
          </p:nvGrpSpPr>
          <p:grpSpPr>
            <a:xfrm>
              <a:off x="7634280" y="311674"/>
              <a:ext cx="238125" cy="133350"/>
              <a:chOff x="1683305" y="339574"/>
              <a:chExt cx="238125" cy="133350"/>
            </a:xfrm>
          </p:grpSpPr>
          <p:sp>
            <p:nvSpPr>
              <p:cNvPr id="502" name="Google Shape;502;p22"/>
              <p:cNvSpPr/>
              <p:nvPr/>
            </p:nvSpPr>
            <p:spPr>
              <a:xfrm>
                <a:off x="1683305" y="339574"/>
                <a:ext cx="1905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" extrusionOk="0">
                    <a:moveTo>
                      <a:pt x="0" y="0"/>
                    </a:moveTo>
                    <a:lnTo>
                      <a:pt x="190500" y="0"/>
                    </a:lnTo>
                    <a:lnTo>
                      <a:pt x="1905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22"/>
              <p:cNvSpPr/>
              <p:nvPr/>
            </p:nvSpPr>
            <p:spPr>
              <a:xfrm>
                <a:off x="1730930" y="453874"/>
                <a:ext cx="1905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" extrusionOk="0">
                    <a:moveTo>
                      <a:pt x="0" y="0"/>
                    </a:moveTo>
                    <a:lnTo>
                      <a:pt x="190500" y="0"/>
                    </a:lnTo>
                    <a:lnTo>
                      <a:pt x="1905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4" name="Google Shape;504;p22"/>
            <p:cNvSpPr/>
            <p:nvPr/>
          </p:nvSpPr>
          <p:spPr>
            <a:xfrm flipH="1">
              <a:off x="-1472691" y="4429387"/>
              <a:ext cx="3512668" cy="1232256"/>
            </a:xfrm>
            <a:custGeom>
              <a:avLst/>
              <a:gdLst/>
              <a:ahLst/>
              <a:cxnLst/>
              <a:rect l="l" t="t" r="r" b="b"/>
              <a:pathLst>
                <a:path w="324421" h="113808" extrusionOk="0">
                  <a:moveTo>
                    <a:pt x="324422" y="80090"/>
                  </a:moveTo>
                  <a:cubicBezTo>
                    <a:pt x="324422" y="80090"/>
                    <a:pt x="311912" y="40720"/>
                    <a:pt x="235458" y="50309"/>
                  </a:cubicBezTo>
                  <a:cubicBezTo>
                    <a:pt x="157607" y="60088"/>
                    <a:pt x="168783" y="-4682"/>
                    <a:pt x="187135" y="271"/>
                  </a:cubicBezTo>
                  <a:cubicBezTo>
                    <a:pt x="205486" y="5224"/>
                    <a:pt x="199898" y="32592"/>
                    <a:pt x="172974" y="39450"/>
                  </a:cubicBezTo>
                  <a:cubicBezTo>
                    <a:pt x="130492" y="50309"/>
                    <a:pt x="114617" y="12971"/>
                    <a:pt x="70676" y="32592"/>
                  </a:cubicBezTo>
                  <a:cubicBezTo>
                    <a:pt x="41275" y="45737"/>
                    <a:pt x="30035" y="78820"/>
                    <a:pt x="30035" y="78820"/>
                  </a:cubicBezTo>
                  <a:cubicBezTo>
                    <a:pt x="30035" y="78820"/>
                    <a:pt x="13779" y="109427"/>
                    <a:pt x="0" y="113809"/>
                  </a:cubicBezTo>
                </a:path>
              </a:pathLst>
            </a:custGeom>
            <a:noFill/>
            <a:ln w="12700" cap="rnd" cmpd="sng">
              <a:solidFill>
                <a:schemeClr val="accent5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22"/>
            <p:cNvSpPr/>
            <p:nvPr/>
          </p:nvSpPr>
          <p:spPr>
            <a:xfrm rot="10800000" flipH="1">
              <a:off x="7960800" y="-276764"/>
              <a:ext cx="1353638" cy="1352739"/>
            </a:xfrm>
            <a:custGeom>
              <a:avLst/>
              <a:gdLst/>
              <a:ahLst/>
              <a:cxnLst/>
              <a:rect l="l" t="t" r="r" b="b"/>
              <a:pathLst>
                <a:path w="269113" h="282704" extrusionOk="0">
                  <a:moveTo>
                    <a:pt x="0" y="247780"/>
                  </a:moveTo>
                  <a:cubicBezTo>
                    <a:pt x="4572" y="232413"/>
                    <a:pt x="18923" y="221745"/>
                    <a:pt x="34036" y="216474"/>
                  </a:cubicBezTo>
                  <a:cubicBezTo>
                    <a:pt x="49149" y="211204"/>
                    <a:pt x="65405" y="210251"/>
                    <a:pt x="81217" y="207584"/>
                  </a:cubicBezTo>
                  <a:cubicBezTo>
                    <a:pt x="110998" y="202631"/>
                    <a:pt x="140081" y="191392"/>
                    <a:pt x="163513" y="172405"/>
                  </a:cubicBezTo>
                  <a:cubicBezTo>
                    <a:pt x="186944" y="153419"/>
                    <a:pt x="204470" y="126368"/>
                    <a:pt x="209042" y="96523"/>
                  </a:cubicBezTo>
                  <a:cubicBezTo>
                    <a:pt x="213614" y="66677"/>
                    <a:pt x="204343" y="34420"/>
                    <a:pt x="182563" y="13592"/>
                  </a:cubicBezTo>
                  <a:cubicBezTo>
                    <a:pt x="172085" y="3622"/>
                    <a:pt x="156528" y="-3807"/>
                    <a:pt x="143383" y="2098"/>
                  </a:cubicBezTo>
                  <a:cubicBezTo>
                    <a:pt x="130239" y="8004"/>
                    <a:pt x="125413" y="24260"/>
                    <a:pt x="124651" y="38610"/>
                  </a:cubicBezTo>
                  <a:cubicBezTo>
                    <a:pt x="122365" y="80394"/>
                    <a:pt x="142177" y="122812"/>
                    <a:pt x="175768" y="147831"/>
                  </a:cubicBezTo>
                  <a:cubicBezTo>
                    <a:pt x="190246" y="158626"/>
                    <a:pt x="207010" y="166309"/>
                    <a:pt x="220599" y="178184"/>
                  </a:cubicBezTo>
                  <a:cubicBezTo>
                    <a:pt x="250063" y="203901"/>
                    <a:pt x="260350" y="244605"/>
                    <a:pt x="269113" y="282705"/>
                  </a:cubicBezTo>
                </a:path>
              </a:pathLst>
            </a:custGeom>
            <a:noFill/>
            <a:ln w="12700" cap="rnd" cmpd="sng">
              <a:solidFill>
                <a:schemeClr val="accent5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SemiBold"/>
              <a:buNone/>
              <a:defRPr sz="3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SemiBold"/>
              <a:buNone/>
              <a:defRPr sz="3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SemiBold"/>
              <a:buNone/>
              <a:defRPr sz="3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SemiBold"/>
              <a:buNone/>
              <a:defRPr sz="3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SemiBold"/>
              <a:buNone/>
              <a:defRPr sz="3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SemiBold"/>
              <a:buNone/>
              <a:defRPr sz="3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SemiBold"/>
              <a:buNone/>
              <a:defRPr sz="3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SemiBold"/>
              <a:buNone/>
              <a:defRPr sz="3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SemiBold"/>
              <a:buNone/>
              <a:defRPr sz="3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8" r:id="rId4"/>
    <p:sldLayoutId id="2147483659" r:id="rId5"/>
    <p:sldLayoutId id="2147483660" r:id="rId6"/>
    <p:sldLayoutId id="2147483661" r:id="rId7"/>
    <p:sldLayoutId id="2147483664" r:id="rId8"/>
    <p:sldLayoutId id="2147483665" r:id="rId9"/>
    <p:sldLayoutId id="2147483667" r:id="rId10"/>
    <p:sldLayoutId id="214748366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6"/>
          <p:cNvSpPr txBox="1">
            <a:spLocks noGrp="1"/>
          </p:cNvSpPr>
          <p:nvPr>
            <p:ph type="ctrTitle"/>
          </p:nvPr>
        </p:nvSpPr>
        <p:spPr>
          <a:xfrm>
            <a:off x="3624175" y="895100"/>
            <a:ext cx="4806600" cy="24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4000" err="1"/>
              <a:t>TourismSG</a:t>
            </a:r>
            <a:endParaRPr sz="30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17" name="Google Shape;517;p26"/>
          <p:cNvSpPr txBox="1">
            <a:spLocks noGrp="1"/>
          </p:cNvSpPr>
          <p:nvPr>
            <p:ph type="subTitle" idx="1"/>
          </p:nvPr>
        </p:nvSpPr>
        <p:spPr>
          <a:xfrm>
            <a:off x="3431050" y="3601300"/>
            <a:ext cx="5532987" cy="10311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SG"/>
              <a:t>Members: Ryan Ang Rui Heng, Daryl Wong Le Jie, Kinston Lim Kun Wei, Chua Jia Jun Jeston, Teng Xin Yi, Lim Jie Yi Valerie</a:t>
            </a:r>
            <a:endParaRPr/>
          </a:p>
        </p:txBody>
      </p:sp>
      <p:sp>
        <p:nvSpPr>
          <p:cNvPr id="518" name="Google Shape;518;p26"/>
          <p:cNvSpPr/>
          <p:nvPr/>
        </p:nvSpPr>
        <p:spPr>
          <a:xfrm>
            <a:off x="2833474" y="-699794"/>
            <a:ext cx="1000839" cy="351098"/>
          </a:xfrm>
          <a:custGeom>
            <a:avLst/>
            <a:gdLst/>
            <a:ahLst/>
            <a:cxnLst/>
            <a:rect l="l" t="t" r="r" b="b"/>
            <a:pathLst>
              <a:path w="324421" h="113808" extrusionOk="0">
                <a:moveTo>
                  <a:pt x="324422" y="80090"/>
                </a:moveTo>
                <a:cubicBezTo>
                  <a:pt x="324422" y="80090"/>
                  <a:pt x="311912" y="40720"/>
                  <a:pt x="235458" y="50309"/>
                </a:cubicBezTo>
                <a:cubicBezTo>
                  <a:pt x="157607" y="60088"/>
                  <a:pt x="168783" y="-4682"/>
                  <a:pt x="187135" y="271"/>
                </a:cubicBezTo>
                <a:cubicBezTo>
                  <a:pt x="205486" y="5224"/>
                  <a:pt x="199898" y="32592"/>
                  <a:pt x="172974" y="39450"/>
                </a:cubicBezTo>
                <a:cubicBezTo>
                  <a:pt x="130492" y="50309"/>
                  <a:pt x="114617" y="12971"/>
                  <a:pt x="70676" y="32592"/>
                </a:cubicBezTo>
                <a:cubicBezTo>
                  <a:pt x="41275" y="45737"/>
                  <a:pt x="30035" y="78820"/>
                  <a:pt x="30035" y="78820"/>
                </a:cubicBezTo>
                <a:cubicBezTo>
                  <a:pt x="30035" y="78820"/>
                  <a:pt x="13779" y="109427"/>
                  <a:pt x="0" y="113809"/>
                </a:cubicBezTo>
              </a:path>
            </a:pathLst>
          </a:custGeom>
          <a:noFill/>
          <a:ln w="12700" cap="rnd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9" name="Google Shape;519;p26"/>
          <p:cNvGrpSpPr/>
          <p:nvPr/>
        </p:nvGrpSpPr>
        <p:grpSpPr>
          <a:xfrm>
            <a:off x="-1244699" y="-502353"/>
            <a:ext cx="4746064" cy="5510027"/>
            <a:chOff x="-1244699" y="-502353"/>
            <a:chExt cx="4746064" cy="5510027"/>
          </a:xfrm>
        </p:grpSpPr>
        <p:grpSp>
          <p:nvGrpSpPr>
            <p:cNvPr id="520" name="Google Shape;520;p26"/>
            <p:cNvGrpSpPr/>
            <p:nvPr/>
          </p:nvGrpSpPr>
          <p:grpSpPr>
            <a:xfrm>
              <a:off x="1740212" y="4137266"/>
              <a:ext cx="1272418" cy="372164"/>
              <a:chOff x="1740212" y="4137266"/>
              <a:chExt cx="1272418" cy="372164"/>
            </a:xfrm>
          </p:grpSpPr>
          <p:grpSp>
            <p:nvGrpSpPr>
              <p:cNvPr id="521" name="Google Shape;521;p26"/>
              <p:cNvGrpSpPr/>
              <p:nvPr/>
            </p:nvGrpSpPr>
            <p:grpSpPr>
              <a:xfrm>
                <a:off x="1740212" y="4376079"/>
                <a:ext cx="571500" cy="133350"/>
                <a:chOff x="8990012" y="6086729"/>
                <a:chExt cx="571500" cy="133350"/>
              </a:xfrm>
            </p:grpSpPr>
            <p:sp>
              <p:nvSpPr>
                <p:cNvPr id="522" name="Google Shape;522;p26"/>
                <p:cNvSpPr/>
                <p:nvPr/>
              </p:nvSpPr>
              <p:spPr>
                <a:xfrm>
                  <a:off x="8990012" y="6201029"/>
                  <a:ext cx="38100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19050" extrusionOk="0">
                      <a:moveTo>
                        <a:pt x="0" y="0"/>
                      </a:moveTo>
                      <a:lnTo>
                        <a:pt x="381000" y="0"/>
                      </a:lnTo>
                      <a:lnTo>
                        <a:pt x="381000" y="19050"/>
                      </a:ln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3" name="Google Shape;523;p26"/>
                <p:cNvSpPr/>
                <p:nvPr/>
              </p:nvSpPr>
              <p:spPr>
                <a:xfrm>
                  <a:off x="9180512" y="6086729"/>
                  <a:ext cx="38100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19050" extrusionOk="0">
                      <a:moveTo>
                        <a:pt x="0" y="0"/>
                      </a:moveTo>
                      <a:lnTo>
                        <a:pt x="381000" y="0"/>
                      </a:lnTo>
                      <a:lnTo>
                        <a:pt x="381000" y="19050"/>
                      </a:ln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24" name="Google Shape;524;p26"/>
              <p:cNvGrpSpPr/>
              <p:nvPr/>
            </p:nvGrpSpPr>
            <p:grpSpPr>
              <a:xfrm>
                <a:off x="2631630" y="4137266"/>
                <a:ext cx="381000" cy="111125"/>
                <a:chOff x="10448480" y="5673978"/>
                <a:chExt cx="381000" cy="111125"/>
              </a:xfrm>
            </p:grpSpPr>
            <p:sp>
              <p:nvSpPr>
                <p:cNvPr id="525" name="Google Shape;525;p26"/>
                <p:cNvSpPr/>
                <p:nvPr/>
              </p:nvSpPr>
              <p:spPr>
                <a:xfrm>
                  <a:off x="10607230" y="5673978"/>
                  <a:ext cx="22225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111125" extrusionOk="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529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6" name="Google Shape;526;p26"/>
                <p:cNvSpPr/>
                <p:nvPr/>
              </p:nvSpPr>
              <p:spPr>
                <a:xfrm>
                  <a:off x="10448480" y="5673978"/>
                  <a:ext cx="22225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111125" extrusionOk="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529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527" name="Google Shape;527;p26"/>
            <p:cNvGrpSpPr/>
            <p:nvPr/>
          </p:nvGrpSpPr>
          <p:grpSpPr>
            <a:xfrm>
              <a:off x="-1244699" y="-502353"/>
              <a:ext cx="4746064" cy="5510027"/>
              <a:chOff x="-1244699" y="-502353"/>
              <a:chExt cx="4746064" cy="5510027"/>
            </a:xfrm>
          </p:grpSpPr>
          <p:grpSp>
            <p:nvGrpSpPr>
              <p:cNvPr id="528" name="Google Shape;528;p26"/>
              <p:cNvGrpSpPr/>
              <p:nvPr/>
            </p:nvGrpSpPr>
            <p:grpSpPr>
              <a:xfrm>
                <a:off x="-555176" y="815162"/>
                <a:ext cx="3722721" cy="3513176"/>
                <a:chOff x="-2482208" y="3351602"/>
                <a:chExt cx="1509803" cy="1507801"/>
              </a:xfrm>
            </p:grpSpPr>
            <p:sp>
              <p:nvSpPr>
                <p:cNvPr id="529" name="Google Shape;529;p26"/>
                <p:cNvSpPr/>
                <p:nvPr/>
              </p:nvSpPr>
              <p:spPr>
                <a:xfrm>
                  <a:off x="-2482208" y="3351602"/>
                  <a:ext cx="1509803" cy="15078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9803" h="1507801" extrusionOk="0">
                      <a:moveTo>
                        <a:pt x="1509803" y="755000"/>
                      </a:moveTo>
                      <a:cubicBezTo>
                        <a:pt x="1509866" y="791703"/>
                        <a:pt x="1505104" y="840535"/>
                        <a:pt x="1499770" y="876793"/>
                      </a:cubicBezTo>
                      <a:cubicBezTo>
                        <a:pt x="1496595" y="898383"/>
                        <a:pt x="1490753" y="927022"/>
                        <a:pt x="1484466" y="947977"/>
                      </a:cubicBezTo>
                      <a:cubicBezTo>
                        <a:pt x="1484466" y="948040"/>
                        <a:pt x="1484466" y="948040"/>
                        <a:pt x="1484466" y="948040"/>
                      </a:cubicBezTo>
                      <a:cubicBezTo>
                        <a:pt x="1479323" y="964994"/>
                        <a:pt x="1472909" y="987791"/>
                        <a:pt x="1467004" y="1004492"/>
                      </a:cubicBezTo>
                      <a:cubicBezTo>
                        <a:pt x="1466940" y="1004555"/>
                        <a:pt x="1466940" y="1004682"/>
                        <a:pt x="1466940" y="1004746"/>
                      </a:cubicBezTo>
                      <a:cubicBezTo>
                        <a:pt x="1460463" y="1022843"/>
                        <a:pt x="1451510" y="1046910"/>
                        <a:pt x="1443064" y="1064118"/>
                      </a:cubicBezTo>
                      <a:cubicBezTo>
                        <a:pt x="1435381" y="1079739"/>
                        <a:pt x="1425538" y="1100694"/>
                        <a:pt x="1417156" y="1115871"/>
                      </a:cubicBezTo>
                      <a:cubicBezTo>
                        <a:pt x="1407822" y="1132698"/>
                        <a:pt x="1394550" y="1154733"/>
                        <a:pt x="1383946" y="1170735"/>
                      </a:cubicBezTo>
                      <a:cubicBezTo>
                        <a:pt x="1352704" y="1217724"/>
                        <a:pt x="1321906" y="1252078"/>
                        <a:pt x="1308825" y="1265985"/>
                      </a:cubicBezTo>
                      <a:cubicBezTo>
                        <a:pt x="1289140" y="1286876"/>
                        <a:pt x="1261708" y="1315006"/>
                        <a:pt x="1219671" y="1347899"/>
                      </a:cubicBezTo>
                      <a:cubicBezTo>
                        <a:pt x="1207543" y="1357361"/>
                        <a:pt x="1191096" y="1369553"/>
                        <a:pt x="1178269" y="1378062"/>
                      </a:cubicBezTo>
                      <a:cubicBezTo>
                        <a:pt x="1160870" y="1389555"/>
                        <a:pt x="1136994" y="1403906"/>
                        <a:pt x="1118960" y="1414321"/>
                      </a:cubicBezTo>
                      <a:cubicBezTo>
                        <a:pt x="1089306" y="1431466"/>
                        <a:pt x="1043141" y="1450960"/>
                        <a:pt x="1033489" y="1454643"/>
                      </a:cubicBezTo>
                      <a:cubicBezTo>
                        <a:pt x="1017170" y="1460866"/>
                        <a:pt x="995199" y="1468740"/>
                        <a:pt x="978562" y="1473947"/>
                      </a:cubicBezTo>
                      <a:cubicBezTo>
                        <a:pt x="962433" y="1478964"/>
                        <a:pt x="940589" y="1484742"/>
                        <a:pt x="924142" y="1488552"/>
                      </a:cubicBezTo>
                      <a:cubicBezTo>
                        <a:pt x="895123" y="1495220"/>
                        <a:pt x="865849" y="1500236"/>
                        <a:pt x="836449" y="1503411"/>
                      </a:cubicBezTo>
                      <a:cubicBezTo>
                        <a:pt x="815811" y="1505634"/>
                        <a:pt x="795110" y="1507030"/>
                        <a:pt x="774409" y="1507539"/>
                      </a:cubicBezTo>
                      <a:cubicBezTo>
                        <a:pt x="754089" y="1508110"/>
                        <a:pt x="733706" y="1507729"/>
                        <a:pt x="713259" y="1506586"/>
                      </a:cubicBezTo>
                      <a:cubicBezTo>
                        <a:pt x="690526" y="1505379"/>
                        <a:pt x="667729" y="1503093"/>
                        <a:pt x="644933" y="1499728"/>
                      </a:cubicBezTo>
                      <a:cubicBezTo>
                        <a:pt x="630836" y="1497696"/>
                        <a:pt x="618009" y="1495347"/>
                        <a:pt x="607150" y="1493187"/>
                      </a:cubicBezTo>
                      <a:cubicBezTo>
                        <a:pt x="593244" y="1490393"/>
                        <a:pt x="582576" y="1487854"/>
                        <a:pt x="576480" y="1486393"/>
                      </a:cubicBezTo>
                      <a:cubicBezTo>
                        <a:pt x="546762" y="1479345"/>
                        <a:pt x="517806" y="1469566"/>
                        <a:pt x="517552" y="1469502"/>
                      </a:cubicBezTo>
                      <a:cubicBezTo>
                        <a:pt x="488532" y="1459533"/>
                        <a:pt x="476086" y="1455024"/>
                        <a:pt x="440844" y="1439340"/>
                      </a:cubicBezTo>
                      <a:cubicBezTo>
                        <a:pt x="422873" y="1431339"/>
                        <a:pt x="399442" y="1419337"/>
                        <a:pt x="382424" y="1409431"/>
                      </a:cubicBezTo>
                      <a:cubicBezTo>
                        <a:pt x="369343" y="1401811"/>
                        <a:pt x="351944" y="1391651"/>
                        <a:pt x="339498" y="1383079"/>
                      </a:cubicBezTo>
                      <a:cubicBezTo>
                        <a:pt x="319686" y="1369426"/>
                        <a:pt x="293778" y="1350503"/>
                        <a:pt x="274982" y="1335454"/>
                      </a:cubicBezTo>
                      <a:cubicBezTo>
                        <a:pt x="249264" y="1314879"/>
                        <a:pt x="218403" y="1283574"/>
                        <a:pt x="195607" y="1259889"/>
                      </a:cubicBezTo>
                      <a:cubicBezTo>
                        <a:pt x="180621" y="1244267"/>
                        <a:pt x="162079" y="1222042"/>
                        <a:pt x="149760" y="1204262"/>
                      </a:cubicBezTo>
                      <a:cubicBezTo>
                        <a:pt x="138330" y="1187753"/>
                        <a:pt x="122836" y="1166035"/>
                        <a:pt x="112168" y="1149017"/>
                      </a:cubicBezTo>
                      <a:cubicBezTo>
                        <a:pt x="103024" y="1134349"/>
                        <a:pt x="91848" y="1114156"/>
                        <a:pt x="83783" y="1098853"/>
                      </a:cubicBezTo>
                      <a:cubicBezTo>
                        <a:pt x="74639" y="1081517"/>
                        <a:pt x="63908" y="1057641"/>
                        <a:pt x="56351" y="1039543"/>
                      </a:cubicBezTo>
                      <a:cubicBezTo>
                        <a:pt x="49620" y="1023287"/>
                        <a:pt x="42254" y="1000935"/>
                        <a:pt x="36222" y="984362"/>
                      </a:cubicBezTo>
                      <a:cubicBezTo>
                        <a:pt x="29554" y="965947"/>
                        <a:pt x="22823" y="940547"/>
                        <a:pt x="19013" y="921370"/>
                      </a:cubicBezTo>
                      <a:cubicBezTo>
                        <a:pt x="11965" y="885810"/>
                        <a:pt x="4345" y="837867"/>
                        <a:pt x="1868" y="801736"/>
                      </a:cubicBezTo>
                      <a:cubicBezTo>
                        <a:pt x="-481" y="768589"/>
                        <a:pt x="-1116" y="724012"/>
                        <a:pt x="2948" y="691055"/>
                      </a:cubicBezTo>
                      <a:cubicBezTo>
                        <a:pt x="5361" y="671371"/>
                        <a:pt x="7139" y="644891"/>
                        <a:pt x="11266" y="625460"/>
                      </a:cubicBezTo>
                      <a:cubicBezTo>
                        <a:pt x="15013" y="607934"/>
                        <a:pt x="19267" y="584312"/>
                        <a:pt x="23776" y="566977"/>
                      </a:cubicBezTo>
                      <a:cubicBezTo>
                        <a:pt x="28665" y="548117"/>
                        <a:pt x="35460" y="522907"/>
                        <a:pt x="42572" y="504747"/>
                      </a:cubicBezTo>
                      <a:cubicBezTo>
                        <a:pt x="48985" y="488427"/>
                        <a:pt x="56923" y="466392"/>
                        <a:pt x="64035" y="450391"/>
                      </a:cubicBezTo>
                      <a:cubicBezTo>
                        <a:pt x="71972" y="432610"/>
                        <a:pt x="83402" y="409242"/>
                        <a:pt x="92737" y="392161"/>
                      </a:cubicBezTo>
                      <a:cubicBezTo>
                        <a:pt x="100992" y="377111"/>
                        <a:pt x="112676" y="357427"/>
                        <a:pt x="122137" y="343139"/>
                      </a:cubicBezTo>
                      <a:cubicBezTo>
                        <a:pt x="133059" y="326629"/>
                        <a:pt x="147918" y="304722"/>
                        <a:pt x="160555" y="289481"/>
                      </a:cubicBezTo>
                      <a:cubicBezTo>
                        <a:pt x="181700" y="263954"/>
                        <a:pt x="210720" y="230490"/>
                        <a:pt x="234850" y="207757"/>
                      </a:cubicBezTo>
                      <a:cubicBezTo>
                        <a:pt x="249328" y="194168"/>
                        <a:pt x="269394" y="176832"/>
                        <a:pt x="284761" y="164323"/>
                      </a:cubicBezTo>
                      <a:cubicBezTo>
                        <a:pt x="296762" y="154544"/>
                        <a:pt x="313272" y="142225"/>
                        <a:pt x="326163" y="133653"/>
                      </a:cubicBezTo>
                      <a:cubicBezTo>
                        <a:pt x="336894" y="126477"/>
                        <a:pt x="349975" y="118159"/>
                        <a:pt x="362675" y="110348"/>
                      </a:cubicBezTo>
                      <a:cubicBezTo>
                        <a:pt x="370422" y="105522"/>
                        <a:pt x="378106" y="100950"/>
                        <a:pt x="384964" y="96949"/>
                      </a:cubicBezTo>
                      <a:cubicBezTo>
                        <a:pt x="396330" y="90282"/>
                        <a:pt x="411888" y="82091"/>
                        <a:pt x="423826" y="76503"/>
                      </a:cubicBezTo>
                      <a:cubicBezTo>
                        <a:pt x="435510" y="71042"/>
                        <a:pt x="451004" y="63803"/>
                        <a:pt x="462878" y="58723"/>
                      </a:cubicBezTo>
                      <a:cubicBezTo>
                        <a:pt x="472784" y="54531"/>
                        <a:pt x="486310" y="49451"/>
                        <a:pt x="496343" y="45642"/>
                      </a:cubicBezTo>
                      <a:cubicBezTo>
                        <a:pt x="512726" y="39418"/>
                        <a:pt x="535141" y="32560"/>
                        <a:pt x="552032" y="27861"/>
                      </a:cubicBezTo>
                      <a:cubicBezTo>
                        <a:pt x="560224" y="25575"/>
                        <a:pt x="571146" y="22591"/>
                        <a:pt x="579464" y="20749"/>
                      </a:cubicBezTo>
                      <a:cubicBezTo>
                        <a:pt x="595149" y="17257"/>
                        <a:pt x="616167" y="12875"/>
                        <a:pt x="632042" y="10081"/>
                      </a:cubicBezTo>
                      <a:cubicBezTo>
                        <a:pt x="643853" y="7986"/>
                        <a:pt x="671539" y="4176"/>
                        <a:pt x="692939" y="2525"/>
                      </a:cubicBezTo>
                      <a:cubicBezTo>
                        <a:pt x="714719" y="874"/>
                        <a:pt x="772504" y="-3508"/>
                        <a:pt x="846228" y="5510"/>
                      </a:cubicBezTo>
                      <a:cubicBezTo>
                        <a:pt x="865151" y="7859"/>
                        <a:pt x="881216" y="10462"/>
                        <a:pt x="892265" y="12494"/>
                      </a:cubicBezTo>
                      <a:cubicBezTo>
                        <a:pt x="902489" y="14336"/>
                        <a:pt x="908394" y="15669"/>
                        <a:pt x="908521" y="15669"/>
                      </a:cubicBezTo>
                      <a:cubicBezTo>
                        <a:pt x="923825" y="19098"/>
                        <a:pt x="944145" y="23988"/>
                        <a:pt x="959258" y="28052"/>
                      </a:cubicBezTo>
                      <a:cubicBezTo>
                        <a:pt x="963258" y="29131"/>
                        <a:pt x="967894" y="30465"/>
                        <a:pt x="972466" y="31862"/>
                      </a:cubicBezTo>
                      <a:cubicBezTo>
                        <a:pt x="979387" y="33957"/>
                        <a:pt x="986563" y="36243"/>
                        <a:pt x="992468" y="38212"/>
                      </a:cubicBezTo>
                      <a:cubicBezTo>
                        <a:pt x="1004025" y="42022"/>
                        <a:pt x="1019329" y="47610"/>
                        <a:pt x="1030695" y="52055"/>
                      </a:cubicBezTo>
                      <a:cubicBezTo>
                        <a:pt x="1039458" y="55548"/>
                        <a:pt x="1050253" y="60119"/>
                        <a:pt x="1059969" y="64374"/>
                      </a:cubicBezTo>
                      <a:cubicBezTo>
                        <a:pt x="1060794" y="64692"/>
                        <a:pt x="1061556" y="65073"/>
                        <a:pt x="1062382" y="65454"/>
                      </a:cubicBezTo>
                      <a:cubicBezTo>
                        <a:pt x="1063525" y="65961"/>
                        <a:pt x="1064731" y="66533"/>
                        <a:pt x="1065874" y="67041"/>
                      </a:cubicBezTo>
                      <a:cubicBezTo>
                        <a:pt x="1067017" y="67549"/>
                        <a:pt x="1068097" y="67993"/>
                        <a:pt x="1069240" y="68501"/>
                      </a:cubicBezTo>
                      <a:cubicBezTo>
                        <a:pt x="1072097" y="69772"/>
                        <a:pt x="1075018" y="71105"/>
                        <a:pt x="1078130" y="72629"/>
                      </a:cubicBezTo>
                      <a:cubicBezTo>
                        <a:pt x="1084734" y="75741"/>
                        <a:pt x="1091782" y="79297"/>
                        <a:pt x="1098767" y="82916"/>
                      </a:cubicBezTo>
                      <a:cubicBezTo>
                        <a:pt x="1108927" y="88186"/>
                        <a:pt x="1119087" y="93711"/>
                        <a:pt x="1127723" y="98410"/>
                      </a:cubicBezTo>
                      <a:cubicBezTo>
                        <a:pt x="1134645" y="102665"/>
                        <a:pt x="1142265" y="107363"/>
                        <a:pt x="1150139" y="112253"/>
                      </a:cubicBezTo>
                      <a:cubicBezTo>
                        <a:pt x="1171856" y="125779"/>
                        <a:pt x="1195478" y="141018"/>
                        <a:pt x="1213258" y="155052"/>
                      </a:cubicBezTo>
                      <a:cubicBezTo>
                        <a:pt x="1229831" y="168133"/>
                        <a:pt x="1251485" y="186104"/>
                        <a:pt x="1267106" y="200264"/>
                      </a:cubicBezTo>
                      <a:cubicBezTo>
                        <a:pt x="1269328" y="202232"/>
                        <a:pt x="1271614" y="204392"/>
                        <a:pt x="1274027" y="206550"/>
                      </a:cubicBezTo>
                      <a:cubicBezTo>
                        <a:pt x="1279171" y="211376"/>
                        <a:pt x="1284568" y="216647"/>
                        <a:pt x="1289775" y="221917"/>
                      </a:cubicBezTo>
                      <a:cubicBezTo>
                        <a:pt x="1289839" y="221981"/>
                        <a:pt x="1289902" y="222044"/>
                        <a:pt x="1289966" y="222108"/>
                      </a:cubicBezTo>
                      <a:cubicBezTo>
                        <a:pt x="1295871" y="228013"/>
                        <a:pt x="1301586" y="233982"/>
                        <a:pt x="1306412" y="239253"/>
                      </a:cubicBezTo>
                      <a:cubicBezTo>
                        <a:pt x="1307682" y="240586"/>
                        <a:pt x="1308952" y="242047"/>
                        <a:pt x="1310286" y="243507"/>
                      </a:cubicBezTo>
                      <a:cubicBezTo>
                        <a:pt x="1319620" y="253922"/>
                        <a:pt x="1330352" y="266304"/>
                        <a:pt x="1339940" y="277861"/>
                      </a:cubicBezTo>
                      <a:cubicBezTo>
                        <a:pt x="1343941" y="282687"/>
                        <a:pt x="1347814" y="287386"/>
                        <a:pt x="1351243" y="291704"/>
                      </a:cubicBezTo>
                      <a:cubicBezTo>
                        <a:pt x="1361848" y="305103"/>
                        <a:pt x="1375056" y="323708"/>
                        <a:pt x="1384517" y="337932"/>
                      </a:cubicBezTo>
                      <a:cubicBezTo>
                        <a:pt x="1395503" y="354442"/>
                        <a:pt x="1409092" y="377175"/>
                        <a:pt x="1418617" y="394510"/>
                      </a:cubicBezTo>
                      <a:cubicBezTo>
                        <a:pt x="1427062" y="409750"/>
                        <a:pt x="1436841" y="430832"/>
                        <a:pt x="1444334" y="446580"/>
                      </a:cubicBezTo>
                      <a:cubicBezTo>
                        <a:pt x="1452780" y="464234"/>
                        <a:pt x="1461860" y="488744"/>
                        <a:pt x="1468401" y="507223"/>
                      </a:cubicBezTo>
                      <a:cubicBezTo>
                        <a:pt x="1474243" y="523987"/>
                        <a:pt x="1480402" y="546847"/>
                        <a:pt x="1485546" y="563865"/>
                      </a:cubicBezTo>
                      <a:cubicBezTo>
                        <a:pt x="1491197" y="582661"/>
                        <a:pt x="1496722" y="608442"/>
                        <a:pt x="1499262" y="627936"/>
                      </a:cubicBezTo>
                      <a:cubicBezTo>
                        <a:pt x="1501548" y="645971"/>
                        <a:pt x="1505421" y="669973"/>
                        <a:pt x="1506882" y="688071"/>
                      </a:cubicBezTo>
                      <a:cubicBezTo>
                        <a:pt x="1508660" y="708073"/>
                        <a:pt x="1509803" y="734934"/>
                        <a:pt x="1509803" y="75500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0" name="Google Shape;530;p26"/>
                <p:cNvSpPr/>
                <p:nvPr/>
              </p:nvSpPr>
              <p:spPr>
                <a:xfrm>
                  <a:off x="-2229486" y="3409650"/>
                  <a:ext cx="564133" cy="7513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4133" h="751379" extrusionOk="0">
                      <a:moveTo>
                        <a:pt x="561565" y="167235"/>
                      </a:moveTo>
                      <a:cubicBezTo>
                        <a:pt x="555914" y="175236"/>
                        <a:pt x="541944" y="178792"/>
                        <a:pt x="532673" y="179935"/>
                      </a:cubicBezTo>
                      <a:cubicBezTo>
                        <a:pt x="524291" y="180951"/>
                        <a:pt x="516417" y="177077"/>
                        <a:pt x="508225" y="177966"/>
                      </a:cubicBezTo>
                      <a:cubicBezTo>
                        <a:pt x="495335" y="179363"/>
                        <a:pt x="484159" y="191682"/>
                        <a:pt x="477555" y="201779"/>
                      </a:cubicBezTo>
                      <a:cubicBezTo>
                        <a:pt x="476094" y="204001"/>
                        <a:pt x="479650" y="206033"/>
                        <a:pt x="481047" y="203874"/>
                      </a:cubicBezTo>
                      <a:cubicBezTo>
                        <a:pt x="481238" y="203557"/>
                        <a:pt x="481492" y="203239"/>
                        <a:pt x="481746" y="202922"/>
                      </a:cubicBezTo>
                      <a:cubicBezTo>
                        <a:pt x="485873" y="200699"/>
                        <a:pt x="490064" y="198540"/>
                        <a:pt x="494573" y="197143"/>
                      </a:cubicBezTo>
                      <a:cubicBezTo>
                        <a:pt x="497049" y="196191"/>
                        <a:pt x="499589" y="195683"/>
                        <a:pt x="502193" y="195492"/>
                      </a:cubicBezTo>
                      <a:cubicBezTo>
                        <a:pt x="504415" y="198350"/>
                        <a:pt x="506638" y="201271"/>
                        <a:pt x="508860" y="204128"/>
                      </a:cubicBezTo>
                      <a:cubicBezTo>
                        <a:pt x="508797" y="207430"/>
                        <a:pt x="503336" y="210732"/>
                        <a:pt x="502828" y="214669"/>
                      </a:cubicBezTo>
                      <a:cubicBezTo>
                        <a:pt x="502320" y="218289"/>
                        <a:pt x="503907" y="221019"/>
                        <a:pt x="506574" y="223305"/>
                      </a:cubicBezTo>
                      <a:cubicBezTo>
                        <a:pt x="508543" y="225020"/>
                        <a:pt x="511083" y="225718"/>
                        <a:pt x="513178" y="227179"/>
                      </a:cubicBezTo>
                      <a:cubicBezTo>
                        <a:pt x="522894" y="233846"/>
                        <a:pt x="523021" y="244133"/>
                        <a:pt x="510067" y="248832"/>
                      </a:cubicBezTo>
                      <a:cubicBezTo>
                        <a:pt x="502891" y="251436"/>
                        <a:pt x="494700" y="251817"/>
                        <a:pt x="487270" y="253976"/>
                      </a:cubicBezTo>
                      <a:cubicBezTo>
                        <a:pt x="480349" y="256008"/>
                        <a:pt x="473618" y="258484"/>
                        <a:pt x="467077" y="261405"/>
                      </a:cubicBezTo>
                      <a:cubicBezTo>
                        <a:pt x="452726" y="267819"/>
                        <a:pt x="438947" y="276391"/>
                        <a:pt x="427453" y="287123"/>
                      </a:cubicBezTo>
                      <a:cubicBezTo>
                        <a:pt x="409546" y="299315"/>
                        <a:pt x="388972" y="301537"/>
                        <a:pt x="377860" y="322302"/>
                      </a:cubicBezTo>
                      <a:cubicBezTo>
                        <a:pt x="371002" y="335129"/>
                        <a:pt x="365668" y="348464"/>
                        <a:pt x="354809" y="358687"/>
                      </a:cubicBezTo>
                      <a:cubicBezTo>
                        <a:pt x="346046" y="366942"/>
                        <a:pt x="335442" y="372721"/>
                        <a:pt x="325218" y="378880"/>
                      </a:cubicBezTo>
                      <a:cubicBezTo>
                        <a:pt x="307756" y="389358"/>
                        <a:pt x="293214" y="400915"/>
                        <a:pt x="285848" y="420536"/>
                      </a:cubicBezTo>
                      <a:cubicBezTo>
                        <a:pt x="277339" y="443015"/>
                        <a:pt x="277720" y="469114"/>
                        <a:pt x="262290" y="488481"/>
                      </a:cubicBezTo>
                      <a:cubicBezTo>
                        <a:pt x="255559" y="464669"/>
                        <a:pt x="265909" y="431014"/>
                        <a:pt x="241843" y="415710"/>
                      </a:cubicBezTo>
                      <a:cubicBezTo>
                        <a:pt x="233334" y="410313"/>
                        <a:pt x="217332" y="405550"/>
                        <a:pt x="207299" y="408979"/>
                      </a:cubicBezTo>
                      <a:cubicBezTo>
                        <a:pt x="203171" y="410313"/>
                        <a:pt x="202155" y="412345"/>
                        <a:pt x="200314" y="415964"/>
                      </a:cubicBezTo>
                      <a:cubicBezTo>
                        <a:pt x="198663" y="419139"/>
                        <a:pt x="198218" y="424092"/>
                        <a:pt x="195043" y="426696"/>
                      </a:cubicBezTo>
                      <a:cubicBezTo>
                        <a:pt x="192313" y="428982"/>
                        <a:pt x="185518" y="428410"/>
                        <a:pt x="182661" y="427648"/>
                      </a:cubicBezTo>
                      <a:cubicBezTo>
                        <a:pt x="177644" y="426251"/>
                        <a:pt x="173263" y="423076"/>
                        <a:pt x="168818" y="420600"/>
                      </a:cubicBezTo>
                      <a:cubicBezTo>
                        <a:pt x="156689" y="414123"/>
                        <a:pt x="147482" y="414440"/>
                        <a:pt x="136369" y="422695"/>
                      </a:cubicBezTo>
                      <a:cubicBezTo>
                        <a:pt x="123161" y="432601"/>
                        <a:pt x="112747" y="445936"/>
                        <a:pt x="102460" y="458700"/>
                      </a:cubicBezTo>
                      <a:cubicBezTo>
                        <a:pt x="84553" y="480861"/>
                        <a:pt x="64741" y="508357"/>
                        <a:pt x="70520" y="538583"/>
                      </a:cubicBezTo>
                      <a:cubicBezTo>
                        <a:pt x="72869" y="551092"/>
                        <a:pt x="80362" y="562967"/>
                        <a:pt x="92808" y="567221"/>
                      </a:cubicBezTo>
                      <a:cubicBezTo>
                        <a:pt x="103603" y="570904"/>
                        <a:pt x="116367" y="568555"/>
                        <a:pt x="123098" y="558966"/>
                      </a:cubicBezTo>
                      <a:cubicBezTo>
                        <a:pt x="123415" y="558522"/>
                        <a:pt x="123415" y="558014"/>
                        <a:pt x="123288" y="557569"/>
                      </a:cubicBezTo>
                      <a:cubicBezTo>
                        <a:pt x="134210" y="546266"/>
                        <a:pt x="144180" y="534138"/>
                        <a:pt x="160055" y="529375"/>
                      </a:cubicBezTo>
                      <a:cubicBezTo>
                        <a:pt x="165770" y="527661"/>
                        <a:pt x="172437" y="526645"/>
                        <a:pt x="178343" y="528169"/>
                      </a:cubicBezTo>
                      <a:cubicBezTo>
                        <a:pt x="188884" y="531026"/>
                        <a:pt x="186344" y="543917"/>
                        <a:pt x="180629" y="550711"/>
                      </a:cubicBezTo>
                      <a:cubicBezTo>
                        <a:pt x="175993" y="556172"/>
                        <a:pt x="171104" y="561252"/>
                        <a:pt x="166976" y="567094"/>
                      </a:cubicBezTo>
                      <a:cubicBezTo>
                        <a:pt x="160436" y="576365"/>
                        <a:pt x="149958" y="591669"/>
                        <a:pt x="150466" y="603670"/>
                      </a:cubicBezTo>
                      <a:cubicBezTo>
                        <a:pt x="150784" y="610782"/>
                        <a:pt x="156181" y="614656"/>
                        <a:pt x="162404" y="616180"/>
                      </a:cubicBezTo>
                      <a:cubicBezTo>
                        <a:pt x="162595" y="616370"/>
                        <a:pt x="162722" y="616624"/>
                        <a:pt x="163039" y="616624"/>
                      </a:cubicBezTo>
                      <a:cubicBezTo>
                        <a:pt x="163928" y="616688"/>
                        <a:pt x="164944" y="616751"/>
                        <a:pt x="165960" y="616815"/>
                      </a:cubicBezTo>
                      <a:cubicBezTo>
                        <a:pt x="167548" y="617005"/>
                        <a:pt x="169199" y="617069"/>
                        <a:pt x="170723" y="617005"/>
                      </a:cubicBezTo>
                      <a:cubicBezTo>
                        <a:pt x="170977" y="617005"/>
                        <a:pt x="171167" y="616942"/>
                        <a:pt x="171358" y="616878"/>
                      </a:cubicBezTo>
                      <a:cubicBezTo>
                        <a:pt x="181772" y="616751"/>
                        <a:pt x="194408" y="616561"/>
                        <a:pt x="195424" y="627737"/>
                      </a:cubicBezTo>
                      <a:cubicBezTo>
                        <a:pt x="196250" y="636881"/>
                        <a:pt x="187423" y="648057"/>
                        <a:pt x="183867" y="656185"/>
                      </a:cubicBezTo>
                      <a:cubicBezTo>
                        <a:pt x="178724" y="668123"/>
                        <a:pt x="174596" y="681394"/>
                        <a:pt x="177454" y="694412"/>
                      </a:cubicBezTo>
                      <a:cubicBezTo>
                        <a:pt x="179676" y="704762"/>
                        <a:pt x="185963" y="715049"/>
                        <a:pt x="195742" y="719748"/>
                      </a:cubicBezTo>
                      <a:cubicBezTo>
                        <a:pt x="200568" y="722034"/>
                        <a:pt x="205775" y="720637"/>
                        <a:pt x="210347" y="722352"/>
                      </a:cubicBezTo>
                      <a:cubicBezTo>
                        <a:pt x="227428" y="728765"/>
                        <a:pt x="205838" y="756705"/>
                        <a:pt x="193964" y="750482"/>
                      </a:cubicBezTo>
                      <a:cubicBezTo>
                        <a:pt x="192313" y="748323"/>
                        <a:pt x="190662" y="744958"/>
                        <a:pt x="189201" y="743751"/>
                      </a:cubicBezTo>
                      <a:cubicBezTo>
                        <a:pt x="184883" y="740132"/>
                        <a:pt x="179295" y="738671"/>
                        <a:pt x="174977" y="734734"/>
                      </a:cubicBezTo>
                      <a:cubicBezTo>
                        <a:pt x="166405" y="726860"/>
                        <a:pt x="159610" y="716446"/>
                        <a:pt x="154530" y="706032"/>
                      </a:cubicBezTo>
                      <a:cubicBezTo>
                        <a:pt x="146783" y="690157"/>
                        <a:pt x="146910" y="666662"/>
                        <a:pt x="133448" y="654089"/>
                      </a:cubicBezTo>
                      <a:cubicBezTo>
                        <a:pt x="126209" y="647422"/>
                        <a:pt x="115732" y="646342"/>
                        <a:pt x="108302" y="639738"/>
                      </a:cubicBezTo>
                      <a:cubicBezTo>
                        <a:pt x="99666" y="632055"/>
                        <a:pt x="97825" y="622149"/>
                        <a:pt x="93570" y="612052"/>
                      </a:cubicBezTo>
                      <a:cubicBezTo>
                        <a:pt x="90713" y="605258"/>
                        <a:pt x="86077" y="601130"/>
                        <a:pt x="80807" y="599416"/>
                      </a:cubicBezTo>
                      <a:cubicBezTo>
                        <a:pt x="80616" y="599098"/>
                        <a:pt x="80362" y="598844"/>
                        <a:pt x="79854" y="598654"/>
                      </a:cubicBezTo>
                      <a:cubicBezTo>
                        <a:pt x="76743" y="597574"/>
                        <a:pt x="74393" y="597892"/>
                        <a:pt x="71599" y="598844"/>
                      </a:cubicBezTo>
                      <a:cubicBezTo>
                        <a:pt x="69059" y="599225"/>
                        <a:pt x="66519" y="600051"/>
                        <a:pt x="63979" y="601321"/>
                      </a:cubicBezTo>
                      <a:cubicBezTo>
                        <a:pt x="58899" y="602273"/>
                        <a:pt x="54137" y="601321"/>
                        <a:pt x="49374" y="596939"/>
                      </a:cubicBezTo>
                      <a:cubicBezTo>
                        <a:pt x="39595" y="587922"/>
                        <a:pt x="30007" y="578651"/>
                        <a:pt x="21752" y="568174"/>
                      </a:cubicBezTo>
                      <a:cubicBezTo>
                        <a:pt x="2575" y="543726"/>
                        <a:pt x="-2315" y="514897"/>
                        <a:pt x="924" y="484544"/>
                      </a:cubicBezTo>
                      <a:cubicBezTo>
                        <a:pt x="3972" y="455779"/>
                        <a:pt x="13243" y="428220"/>
                        <a:pt x="17116" y="399645"/>
                      </a:cubicBezTo>
                      <a:cubicBezTo>
                        <a:pt x="18958" y="386056"/>
                        <a:pt x="19085" y="372784"/>
                        <a:pt x="17942" y="359195"/>
                      </a:cubicBezTo>
                      <a:cubicBezTo>
                        <a:pt x="17688" y="344717"/>
                        <a:pt x="16164" y="330303"/>
                        <a:pt x="17180" y="315761"/>
                      </a:cubicBezTo>
                      <a:cubicBezTo>
                        <a:pt x="18704" y="293219"/>
                        <a:pt x="30134" y="275121"/>
                        <a:pt x="42389" y="256897"/>
                      </a:cubicBezTo>
                      <a:cubicBezTo>
                        <a:pt x="66075" y="221718"/>
                        <a:pt x="100873" y="192825"/>
                        <a:pt x="141068" y="177966"/>
                      </a:cubicBezTo>
                      <a:cubicBezTo>
                        <a:pt x="156880" y="172124"/>
                        <a:pt x="172755" y="169203"/>
                        <a:pt x="185582" y="157456"/>
                      </a:cubicBezTo>
                      <a:cubicBezTo>
                        <a:pt x="198853" y="145391"/>
                        <a:pt x="208124" y="129452"/>
                        <a:pt x="220634" y="116689"/>
                      </a:cubicBezTo>
                      <a:cubicBezTo>
                        <a:pt x="228127" y="109069"/>
                        <a:pt x="236255" y="102084"/>
                        <a:pt x="244891" y="95924"/>
                      </a:cubicBezTo>
                      <a:cubicBezTo>
                        <a:pt x="251114" y="91479"/>
                        <a:pt x="258035" y="87669"/>
                        <a:pt x="263433" y="82208"/>
                      </a:cubicBezTo>
                      <a:cubicBezTo>
                        <a:pt x="271434" y="74080"/>
                        <a:pt x="275307" y="62206"/>
                        <a:pt x="268132" y="52427"/>
                      </a:cubicBezTo>
                      <a:cubicBezTo>
                        <a:pt x="267560" y="51665"/>
                        <a:pt x="266290" y="52363"/>
                        <a:pt x="266862" y="53125"/>
                      </a:cubicBezTo>
                      <a:cubicBezTo>
                        <a:pt x="266925" y="53252"/>
                        <a:pt x="266989" y="53379"/>
                        <a:pt x="267052" y="53506"/>
                      </a:cubicBezTo>
                      <a:cubicBezTo>
                        <a:pt x="266227" y="52871"/>
                        <a:pt x="265338" y="52236"/>
                        <a:pt x="264258" y="51665"/>
                      </a:cubicBezTo>
                      <a:cubicBezTo>
                        <a:pt x="259496" y="49188"/>
                        <a:pt x="254035" y="49506"/>
                        <a:pt x="248891" y="50585"/>
                      </a:cubicBezTo>
                      <a:cubicBezTo>
                        <a:pt x="238287" y="52808"/>
                        <a:pt x="228952" y="57507"/>
                        <a:pt x="217967" y="58586"/>
                      </a:cubicBezTo>
                      <a:cubicBezTo>
                        <a:pt x="214538" y="58904"/>
                        <a:pt x="203679" y="60428"/>
                        <a:pt x="200949" y="58269"/>
                      </a:cubicBezTo>
                      <a:cubicBezTo>
                        <a:pt x="192186" y="51284"/>
                        <a:pt x="210220" y="45759"/>
                        <a:pt x="212569" y="45061"/>
                      </a:cubicBezTo>
                      <a:cubicBezTo>
                        <a:pt x="221586" y="42203"/>
                        <a:pt x="231238" y="40933"/>
                        <a:pt x="240509" y="39028"/>
                      </a:cubicBezTo>
                      <a:cubicBezTo>
                        <a:pt x="260956" y="34964"/>
                        <a:pt x="281403" y="30646"/>
                        <a:pt x="301152" y="23852"/>
                      </a:cubicBezTo>
                      <a:cubicBezTo>
                        <a:pt x="320202" y="17311"/>
                        <a:pt x="338109" y="7532"/>
                        <a:pt x="357667" y="2643"/>
                      </a:cubicBezTo>
                      <a:cubicBezTo>
                        <a:pt x="371891" y="-977"/>
                        <a:pt x="387893" y="-3136"/>
                        <a:pt x="396275" y="11787"/>
                      </a:cubicBezTo>
                      <a:cubicBezTo>
                        <a:pt x="398370" y="15597"/>
                        <a:pt x="397862" y="17565"/>
                        <a:pt x="402371" y="18835"/>
                      </a:cubicBezTo>
                      <a:cubicBezTo>
                        <a:pt x="407197" y="20296"/>
                        <a:pt x="412658" y="18454"/>
                        <a:pt x="417738" y="20042"/>
                      </a:cubicBezTo>
                      <a:cubicBezTo>
                        <a:pt x="425104" y="21820"/>
                        <a:pt x="428596" y="26709"/>
                        <a:pt x="428279" y="34774"/>
                      </a:cubicBezTo>
                      <a:cubicBezTo>
                        <a:pt x="428152" y="35726"/>
                        <a:pt x="428088" y="36679"/>
                        <a:pt x="428215" y="37631"/>
                      </a:cubicBezTo>
                      <a:cubicBezTo>
                        <a:pt x="429930" y="41187"/>
                        <a:pt x="430057" y="41505"/>
                        <a:pt x="434311" y="42203"/>
                      </a:cubicBezTo>
                      <a:cubicBezTo>
                        <a:pt x="442058" y="43410"/>
                        <a:pt x="452218" y="40743"/>
                        <a:pt x="459394" y="38393"/>
                      </a:cubicBezTo>
                      <a:cubicBezTo>
                        <a:pt x="463013" y="37250"/>
                        <a:pt x="466442" y="35790"/>
                        <a:pt x="469871" y="34202"/>
                      </a:cubicBezTo>
                      <a:cubicBezTo>
                        <a:pt x="472030" y="33123"/>
                        <a:pt x="474253" y="32043"/>
                        <a:pt x="476412" y="30964"/>
                      </a:cubicBezTo>
                      <a:cubicBezTo>
                        <a:pt x="482444" y="26392"/>
                        <a:pt x="487715" y="27979"/>
                        <a:pt x="492287" y="35726"/>
                      </a:cubicBezTo>
                      <a:cubicBezTo>
                        <a:pt x="491334" y="36679"/>
                        <a:pt x="491842" y="37949"/>
                        <a:pt x="492731" y="38520"/>
                      </a:cubicBezTo>
                      <a:cubicBezTo>
                        <a:pt x="486572" y="53189"/>
                        <a:pt x="468220" y="55665"/>
                        <a:pt x="453044" y="63476"/>
                      </a:cubicBezTo>
                      <a:cubicBezTo>
                        <a:pt x="439582" y="70334"/>
                        <a:pt x="422310" y="81319"/>
                        <a:pt x="412975" y="93448"/>
                      </a:cubicBezTo>
                      <a:cubicBezTo>
                        <a:pt x="409546" y="97893"/>
                        <a:pt x="407133" y="103735"/>
                        <a:pt x="408403" y="109450"/>
                      </a:cubicBezTo>
                      <a:cubicBezTo>
                        <a:pt x="410118" y="117197"/>
                        <a:pt x="418373" y="121007"/>
                        <a:pt x="420722" y="128563"/>
                      </a:cubicBezTo>
                      <a:cubicBezTo>
                        <a:pt x="425167" y="143232"/>
                        <a:pt x="417992" y="158980"/>
                        <a:pt x="427009" y="172632"/>
                      </a:cubicBezTo>
                      <a:cubicBezTo>
                        <a:pt x="427771" y="173775"/>
                        <a:pt x="429104" y="173648"/>
                        <a:pt x="429993" y="172950"/>
                      </a:cubicBezTo>
                      <a:cubicBezTo>
                        <a:pt x="430565" y="173140"/>
                        <a:pt x="431200" y="173013"/>
                        <a:pt x="431708" y="172378"/>
                      </a:cubicBezTo>
                      <a:cubicBezTo>
                        <a:pt x="447710" y="153836"/>
                        <a:pt x="464918" y="136374"/>
                        <a:pt x="472856" y="112688"/>
                      </a:cubicBezTo>
                      <a:cubicBezTo>
                        <a:pt x="476856" y="100814"/>
                        <a:pt x="479714" y="85891"/>
                        <a:pt x="489683" y="77319"/>
                      </a:cubicBezTo>
                      <a:cubicBezTo>
                        <a:pt x="495906" y="71985"/>
                        <a:pt x="508098" y="72302"/>
                        <a:pt x="510892" y="81002"/>
                      </a:cubicBezTo>
                      <a:cubicBezTo>
                        <a:pt x="511781" y="83796"/>
                        <a:pt x="511718" y="87034"/>
                        <a:pt x="511781" y="89955"/>
                      </a:cubicBezTo>
                      <a:cubicBezTo>
                        <a:pt x="511908" y="95035"/>
                        <a:pt x="511337" y="100179"/>
                        <a:pt x="511083" y="105259"/>
                      </a:cubicBezTo>
                      <a:cubicBezTo>
                        <a:pt x="510956" y="105386"/>
                        <a:pt x="510765" y="105513"/>
                        <a:pt x="510638" y="105576"/>
                      </a:cubicBezTo>
                      <a:cubicBezTo>
                        <a:pt x="510067" y="106148"/>
                        <a:pt x="510384" y="106973"/>
                        <a:pt x="510956" y="107354"/>
                      </a:cubicBezTo>
                      <a:cubicBezTo>
                        <a:pt x="510892" y="107735"/>
                        <a:pt x="510892" y="108180"/>
                        <a:pt x="510892" y="108561"/>
                      </a:cubicBezTo>
                      <a:cubicBezTo>
                        <a:pt x="510892" y="109323"/>
                        <a:pt x="512162" y="109513"/>
                        <a:pt x="512226" y="108751"/>
                      </a:cubicBezTo>
                      <a:cubicBezTo>
                        <a:pt x="512289" y="108180"/>
                        <a:pt x="512416" y="107608"/>
                        <a:pt x="512543" y="107037"/>
                      </a:cubicBezTo>
                      <a:cubicBezTo>
                        <a:pt x="515845" y="104497"/>
                        <a:pt x="519084" y="102020"/>
                        <a:pt x="522767" y="99988"/>
                      </a:cubicBezTo>
                      <a:cubicBezTo>
                        <a:pt x="525497" y="98401"/>
                        <a:pt x="528355" y="97131"/>
                        <a:pt x="531339" y="96051"/>
                      </a:cubicBezTo>
                      <a:cubicBezTo>
                        <a:pt x="534070" y="98337"/>
                        <a:pt x="536800" y="100623"/>
                        <a:pt x="539594" y="102846"/>
                      </a:cubicBezTo>
                      <a:cubicBezTo>
                        <a:pt x="540737" y="105449"/>
                        <a:pt x="539023" y="111101"/>
                        <a:pt x="539150" y="113958"/>
                      </a:cubicBezTo>
                      <a:cubicBezTo>
                        <a:pt x="539340" y="116244"/>
                        <a:pt x="539721" y="118594"/>
                        <a:pt x="540356" y="120753"/>
                      </a:cubicBezTo>
                      <a:cubicBezTo>
                        <a:pt x="541880" y="126404"/>
                        <a:pt x="544865" y="131548"/>
                        <a:pt x="548357" y="136183"/>
                      </a:cubicBezTo>
                      <a:cubicBezTo>
                        <a:pt x="554580" y="145073"/>
                        <a:pt x="570265" y="154916"/>
                        <a:pt x="561565" y="167235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1" name="Google Shape;531;p26"/>
                <p:cNvSpPr/>
                <p:nvPr/>
              </p:nvSpPr>
              <p:spPr>
                <a:xfrm>
                  <a:off x="-1722403" y="3384353"/>
                  <a:ext cx="98344" cy="1108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44" h="110816" extrusionOk="0">
                      <a:moveTo>
                        <a:pt x="96964" y="103505"/>
                      </a:moveTo>
                      <a:cubicBezTo>
                        <a:pt x="97282" y="105410"/>
                        <a:pt x="97663" y="107315"/>
                        <a:pt x="98044" y="109220"/>
                      </a:cubicBezTo>
                      <a:cubicBezTo>
                        <a:pt x="93789" y="111570"/>
                        <a:pt x="90233" y="111316"/>
                        <a:pt x="87376" y="108522"/>
                      </a:cubicBezTo>
                      <a:cubicBezTo>
                        <a:pt x="75819" y="101854"/>
                        <a:pt x="66802" y="85916"/>
                        <a:pt x="59944" y="74803"/>
                      </a:cubicBezTo>
                      <a:cubicBezTo>
                        <a:pt x="56642" y="69405"/>
                        <a:pt x="53657" y="63500"/>
                        <a:pt x="55308" y="56833"/>
                      </a:cubicBezTo>
                      <a:cubicBezTo>
                        <a:pt x="55880" y="54420"/>
                        <a:pt x="57086" y="52324"/>
                        <a:pt x="57340" y="49784"/>
                      </a:cubicBezTo>
                      <a:cubicBezTo>
                        <a:pt x="57658" y="46291"/>
                        <a:pt x="56896" y="42863"/>
                        <a:pt x="55435" y="39624"/>
                      </a:cubicBezTo>
                      <a:cubicBezTo>
                        <a:pt x="51498" y="31242"/>
                        <a:pt x="43307" y="26289"/>
                        <a:pt x="35115" y="22923"/>
                      </a:cubicBezTo>
                      <a:cubicBezTo>
                        <a:pt x="20764" y="17145"/>
                        <a:pt x="8128" y="13081"/>
                        <a:pt x="0" y="0"/>
                      </a:cubicBezTo>
                      <a:cubicBezTo>
                        <a:pt x="64" y="64"/>
                        <a:pt x="64" y="64"/>
                        <a:pt x="127" y="64"/>
                      </a:cubicBezTo>
                      <a:cubicBezTo>
                        <a:pt x="698" y="508"/>
                        <a:pt x="1333" y="953"/>
                        <a:pt x="1714" y="1270"/>
                      </a:cubicBezTo>
                      <a:cubicBezTo>
                        <a:pt x="4445" y="3239"/>
                        <a:pt x="7557" y="5080"/>
                        <a:pt x="10858" y="5905"/>
                      </a:cubicBezTo>
                      <a:cubicBezTo>
                        <a:pt x="11938" y="6159"/>
                        <a:pt x="12636" y="5334"/>
                        <a:pt x="12636" y="4572"/>
                      </a:cubicBezTo>
                      <a:cubicBezTo>
                        <a:pt x="36068" y="12827"/>
                        <a:pt x="59880" y="20066"/>
                        <a:pt x="83121" y="28892"/>
                      </a:cubicBezTo>
                      <a:cubicBezTo>
                        <a:pt x="88392" y="30861"/>
                        <a:pt x="90995" y="32385"/>
                        <a:pt x="94551" y="37021"/>
                      </a:cubicBezTo>
                      <a:cubicBezTo>
                        <a:pt x="99568" y="43434"/>
                        <a:pt x="98552" y="48451"/>
                        <a:pt x="97409" y="56324"/>
                      </a:cubicBezTo>
                      <a:cubicBezTo>
                        <a:pt x="96583" y="62230"/>
                        <a:pt x="95631" y="68072"/>
                        <a:pt x="95314" y="74041"/>
                      </a:cubicBezTo>
                      <a:cubicBezTo>
                        <a:pt x="94932" y="81788"/>
                        <a:pt x="95250" y="89598"/>
                        <a:pt x="96139" y="97282"/>
                      </a:cubicBezTo>
                      <a:cubicBezTo>
                        <a:pt x="96266" y="99314"/>
                        <a:pt x="96647" y="101409"/>
                        <a:pt x="96964" y="103505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2" name="Google Shape;532;p26"/>
                <p:cNvSpPr/>
                <p:nvPr/>
              </p:nvSpPr>
              <p:spPr>
                <a:xfrm>
                  <a:off x="-1592927" y="3382896"/>
                  <a:ext cx="397129" cy="30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129" h="307338" extrusionOk="0">
                      <a:moveTo>
                        <a:pt x="397129" y="230564"/>
                      </a:moveTo>
                      <a:cubicBezTo>
                        <a:pt x="393383" y="232659"/>
                        <a:pt x="389636" y="234692"/>
                        <a:pt x="385826" y="236787"/>
                      </a:cubicBezTo>
                      <a:cubicBezTo>
                        <a:pt x="379667" y="236724"/>
                        <a:pt x="370459" y="226183"/>
                        <a:pt x="366141" y="221928"/>
                      </a:cubicBezTo>
                      <a:cubicBezTo>
                        <a:pt x="361125" y="217039"/>
                        <a:pt x="356489" y="211768"/>
                        <a:pt x="351790" y="206625"/>
                      </a:cubicBezTo>
                      <a:cubicBezTo>
                        <a:pt x="342138" y="196211"/>
                        <a:pt x="331851" y="186940"/>
                        <a:pt x="319596" y="179637"/>
                      </a:cubicBezTo>
                      <a:cubicBezTo>
                        <a:pt x="312547" y="175446"/>
                        <a:pt x="299021" y="166493"/>
                        <a:pt x="290195" y="170874"/>
                      </a:cubicBezTo>
                      <a:cubicBezTo>
                        <a:pt x="281432" y="175256"/>
                        <a:pt x="282512" y="189734"/>
                        <a:pt x="283528" y="197608"/>
                      </a:cubicBezTo>
                      <a:cubicBezTo>
                        <a:pt x="284163" y="202942"/>
                        <a:pt x="285496" y="208022"/>
                        <a:pt x="287147" y="212975"/>
                      </a:cubicBezTo>
                      <a:cubicBezTo>
                        <a:pt x="286957" y="213292"/>
                        <a:pt x="286957" y="213737"/>
                        <a:pt x="287211" y="214181"/>
                      </a:cubicBezTo>
                      <a:cubicBezTo>
                        <a:pt x="287528" y="214880"/>
                        <a:pt x="287973" y="215515"/>
                        <a:pt x="288290" y="216150"/>
                      </a:cubicBezTo>
                      <a:cubicBezTo>
                        <a:pt x="291275" y="224024"/>
                        <a:pt x="295212" y="231517"/>
                        <a:pt x="299466" y="238946"/>
                      </a:cubicBezTo>
                      <a:cubicBezTo>
                        <a:pt x="300038" y="240089"/>
                        <a:pt x="301435" y="239518"/>
                        <a:pt x="301625" y="238502"/>
                      </a:cubicBezTo>
                      <a:cubicBezTo>
                        <a:pt x="302832" y="240534"/>
                        <a:pt x="304102" y="242565"/>
                        <a:pt x="305308" y="244534"/>
                      </a:cubicBezTo>
                      <a:cubicBezTo>
                        <a:pt x="311214" y="254313"/>
                        <a:pt x="319596" y="264664"/>
                        <a:pt x="322580" y="275840"/>
                      </a:cubicBezTo>
                      <a:cubicBezTo>
                        <a:pt x="326962" y="291715"/>
                        <a:pt x="313627" y="312606"/>
                        <a:pt x="295402" y="306129"/>
                      </a:cubicBezTo>
                      <a:cubicBezTo>
                        <a:pt x="284988" y="302446"/>
                        <a:pt x="277876" y="291016"/>
                        <a:pt x="271463" y="282634"/>
                      </a:cubicBezTo>
                      <a:cubicBezTo>
                        <a:pt x="264922" y="274062"/>
                        <a:pt x="258636" y="265362"/>
                        <a:pt x="252540" y="256409"/>
                      </a:cubicBezTo>
                      <a:cubicBezTo>
                        <a:pt x="248412" y="250376"/>
                        <a:pt x="245364" y="247900"/>
                        <a:pt x="246761" y="240343"/>
                      </a:cubicBezTo>
                      <a:cubicBezTo>
                        <a:pt x="248476" y="231263"/>
                        <a:pt x="250127" y="235834"/>
                        <a:pt x="256413" y="232659"/>
                      </a:cubicBezTo>
                      <a:cubicBezTo>
                        <a:pt x="267335" y="227135"/>
                        <a:pt x="256032" y="213419"/>
                        <a:pt x="250254" y="208466"/>
                      </a:cubicBezTo>
                      <a:cubicBezTo>
                        <a:pt x="244285" y="203322"/>
                        <a:pt x="237109" y="199830"/>
                        <a:pt x="230061" y="196338"/>
                      </a:cubicBezTo>
                      <a:cubicBezTo>
                        <a:pt x="226505" y="194623"/>
                        <a:pt x="222695" y="192972"/>
                        <a:pt x="219329" y="190813"/>
                      </a:cubicBezTo>
                      <a:cubicBezTo>
                        <a:pt x="210693" y="185034"/>
                        <a:pt x="212662" y="180272"/>
                        <a:pt x="212916" y="171446"/>
                      </a:cubicBezTo>
                      <a:cubicBezTo>
                        <a:pt x="213170" y="163190"/>
                        <a:pt x="211455" y="156777"/>
                        <a:pt x="206502" y="150046"/>
                      </a:cubicBezTo>
                      <a:cubicBezTo>
                        <a:pt x="200596" y="141918"/>
                        <a:pt x="190754" y="137156"/>
                        <a:pt x="185420" y="128710"/>
                      </a:cubicBezTo>
                      <a:cubicBezTo>
                        <a:pt x="178435" y="117725"/>
                        <a:pt x="187008" y="111692"/>
                        <a:pt x="185293" y="101215"/>
                      </a:cubicBezTo>
                      <a:cubicBezTo>
                        <a:pt x="184277" y="94865"/>
                        <a:pt x="179261" y="89658"/>
                        <a:pt x="174308" y="85975"/>
                      </a:cubicBezTo>
                      <a:cubicBezTo>
                        <a:pt x="159703" y="75243"/>
                        <a:pt x="139700" y="71370"/>
                        <a:pt x="122682" y="66290"/>
                      </a:cubicBezTo>
                      <a:cubicBezTo>
                        <a:pt x="110744" y="62734"/>
                        <a:pt x="98806" y="58860"/>
                        <a:pt x="87693" y="53018"/>
                      </a:cubicBezTo>
                      <a:cubicBezTo>
                        <a:pt x="77851" y="47875"/>
                        <a:pt x="68898" y="41080"/>
                        <a:pt x="58738" y="36572"/>
                      </a:cubicBezTo>
                      <a:cubicBezTo>
                        <a:pt x="40196" y="28253"/>
                        <a:pt x="18352" y="30539"/>
                        <a:pt x="826" y="19998"/>
                      </a:cubicBezTo>
                      <a:cubicBezTo>
                        <a:pt x="699" y="19681"/>
                        <a:pt x="508" y="19427"/>
                        <a:pt x="0" y="19363"/>
                      </a:cubicBezTo>
                      <a:cubicBezTo>
                        <a:pt x="762" y="17903"/>
                        <a:pt x="1524" y="16506"/>
                        <a:pt x="2286" y="15109"/>
                      </a:cubicBezTo>
                      <a:cubicBezTo>
                        <a:pt x="3874" y="15172"/>
                        <a:pt x="5525" y="15363"/>
                        <a:pt x="7112" y="15553"/>
                      </a:cubicBezTo>
                      <a:cubicBezTo>
                        <a:pt x="10224" y="15934"/>
                        <a:pt x="13399" y="16378"/>
                        <a:pt x="16637" y="16759"/>
                      </a:cubicBezTo>
                      <a:cubicBezTo>
                        <a:pt x="22924" y="17522"/>
                        <a:pt x="29274" y="18347"/>
                        <a:pt x="35560" y="19109"/>
                      </a:cubicBezTo>
                      <a:cubicBezTo>
                        <a:pt x="37084" y="19300"/>
                        <a:pt x="37783" y="17395"/>
                        <a:pt x="37211" y="16252"/>
                      </a:cubicBezTo>
                      <a:cubicBezTo>
                        <a:pt x="34290" y="10790"/>
                        <a:pt x="30925" y="5711"/>
                        <a:pt x="27178" y="884"/>
                      </a:cubicBezTo>
                      <a:cubicBezTo>
                        <a:pt x="41339" y="-1338"/>
                        <a:pt x="57976" y="1139"/>
                        <a:pt x="71882" y="2726"/>
                      </a:cubicBezTo>
                      <a:cubicBezTo>
                        <a:pt x="88138" y="4568"/>
                        <a:pt x="103632" y="8505"/>
                        <a:pt x="118745" y="14728"/>
                      </a:cubicBezTo>
                      <a:cubicBezTo>
                        <a:pt x="150114" y="27555"/>
                        <a:pt x="180912" y="42033"/>
                        <a:pt x="211963" y="55749"/>
                      </a:cubicBezTo>
                      <a:cubicBezTo>
                        <a:pt x="226568" y="62162"/>
                        <a:pt x="241618" y="67687"/>
                        <a:pt x="253365" y="78863"/>
                      </a:cubicBezTo>
                      <a:cubicBezTo>
                        <a:pt x="263525" y="88578"/>
                        <a:pt x="272606" y="97405"/>
                        <a:pt x="284798" y="104644"/>
                      </a:cubicBezTo>
                      <a:cubicBezTo>
                        <a:pt x="310071" y="119820"/>
                        <a:pt x="333502" y="136711"/>
                        <a:pt x="354775" y="157031"/>
                      </a:cubicBezTo>
                      <a:cubicBezTo>
                        <a:pt x="342202" y="152713"/>
                        <a:pt x="329311" y="149538"/>
                        <a:pt x="316103" y="147379"/>
                      </a:cubicBezTo>
                      <a:cubicBezTo>
                        <a:pt x="314770" y="147189"/>
                        <a:pt x="313754" y="147887"/>
                        <a:pt x="313627" y="149221"/>
                      </a:cubicBezTo>
                      <a:cubicBezTo>
                        <a:pt x="312484" y="160778"/>
                        <a:pt x="326327" y="162302"/>
                        <a:pt x="334074" y="166493"/>
                      </a:cubicBezTo>
                      <a:cubicBezTo>
                        <a:pt x="348552" y="174494"/>
                        <a:pt x="355600" y="187384"/>
                        <a:pt x="366141" y="199259"/>
                      </a:cubicBezTo>
                      <a:cubicBezTo>
                        <a:pt x="371221" y="204910"/>
                        <a:pt x="377317" y="209292"/>
                        <a:pt x="383223" y="214054"/>
                      </a:cubicBezTo>
                      <a:cubicBezTo>
                        <a:pt x="385699" y="216022"/>
                        <a:pt x="388239" y="218055"/>
                        <a:pt x="390398" y="220340"/>
                      </a:cubicBezTo>
                      <a:cubicBezTo>
                        <a:pt x="393256" y="223452"/>
                        <a:pt x="395542" y="226754"/>
                        <a:pt x="397129" y="23056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3" name="Google Shape;533;p26"/>
                <p:cNvSpPr/>
                <p:nvPr/>
              </p:nvSpPr>
              <p:spPr>
                <a:xfrm>
                  <a:off x="-1277852" y="3656432"/>
                  <a:ext cx="292298" cy="6063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298" h="606315" extrusionOk="0">
                      <a:moveTo>
                        <a:pt x="290015" y="544657"/>
                      </a:moveTo>
                      <a:cubicBezTo>
                        <a:pt x="287031" y="565549"/>
                        <a:pt x="281633" y="585996"/>
                        <a:pt x="276045" y="606316"/>
                      </a:cubicBezTo>
                      <a:cubicBezTo>
                        <a:pt x="269505" y="557548"/>
                        <a:pt x="263980" y="508526"/>
                        <a:pt x="256170" y="460012"/>
                      </a:cubicBezTo>
                      <a:cubicBezTo>
                        <a:pt x="253693" y="444708"/>
                        <a:pt x="247343" y="428452"/>
                        <a:pt x="229817" y="426611"/>
                      </a:cubicBezTo>
                      <a:cubicBezTo>
                        <a:pt x="212482" y="424833"/>
                        <a:pt x="198829" y="437215"/>
                        <a:pt x="188923" y="449852"/>
                      </a:cubicBezTo>
                      <a:cubicBezTo>
                        <a:pt x="177112" y="464838"/>
                        <a:pt x="153236" y="502874"/>
                        <a:pt x="131646" y="479380"/>
                      </a:cubicBezTo>
                      <a:cubicBezTo>
                        <a:pt x="116279" y="462615"/>
                        <a:pt x="103897" y="443311"/>
                        <a:pt x="89355" y="425849"/>
                      </a:cubicBezTo>
                      <a:cubicBezTo>
                        <a:pt x="82497" y="417657"/>
                        <a:pt x="75258" y="409783"/>
                        <a:pt x="67130" y="402735"/>
                      </a:cubicBezTo>
                      <a:cubicBezTo>
                        <a:pt x="59129" y="395686"/>
                        <a:pt x="49985" y="389844"/>
                        <a:pt x="42683" y="382034"/>
                      </a:cubicBezTo>
                      <a:cubicBezTo>
                        <a:pt x="26109" y="364000"/>
                        <a:pt x="27506" y="338854"/>
                        <a:pt x="24903" y="316184"/>
                      </a:cubicBezTo>
                      <a:cubicBezTo>
                        <a:pt x="23887" y="307294"/>
                        <a:pt x="22299" y="298468"/>
                        <a:pt x="18870" y="290149"/>
                      </a:cubicBezTo>
                      <a:cubicBezTo>
                        <a:pt x="16330" y="283990"/>
                        <a:pt x="12203" y="278275"/>
                        <a:pt x="10361" y="271861"/>
                      </a:cubicBezTo>
                      <a:cubicBezTo>
                        <a:pt x="8202" y="264368"/>
                        <a:pt x="9155" y="256113"/>
                        <a:pt x="9472" y="248430"/>
                      </a:cubicBezTo>
                      <a:cubicBezTo>
                        <a:pt x="10361" y="222585"/>
                        <a:pt x="12203" y="196296"/>
                        <a:pt x="11695" y="170452"/>
                      </a:cubicBezTo>
                      <a:cubicBezTo>
                        <a:pt x="16584" y="145242"/>
                        <a:pt x="15822" y="119271"/>
                        <a:pt x="8329" y="94633"/>
                      </a:cubicBezTo>
                      <a:cubicBezTo>
                        <a:pt x="5091" y="83901"/>
                        <a:pt x="-10975" y="50183"/>
                        <a:pt x="12711" y="51834"/>
                      </a:cubicBezTo>
                      <a:cubicBezTo>
                        <a:pt x="17918" y="52151"/>
                        <a:pt x="23950" y="54501"/>
                        <a:pt x="27570" y="49357"/>
                      </a:cubicBezTo>
                      <a:cubicBezTo>
                        <a:pt x="29411" y="46754"/>
                        <a:pt x="29284" y="43071"/>
                        <a:pt x="29602" y="39959"/>
                      </a:cubicBezTo>
                      <a:cubicBezTo>
                        <a:pt x="30554" y="31324"/>
                        <a:pt x="31824" y="22370"/>
                        <a:pt x="36079" y="14623"/>
                      </a:cubicBezTo>
                      <a:cubicBezTo>
                        <a:pt x="40270" y="7130"/>
                        <a:pt x="47890" y="399"/>
                        <a:pt x="56843" y="18"/>
                      </a:cubicBezTo>
                      <a:cubicBezTo>
                        <a:pt x="65416" y="-363"/>
                        <a:pt x="71639" y="5479"/>
                        <a:pt x="76465" y="11702"/>
                      </a:cubicBezTo>
                      <a:cubicBezTo>
                        <a:pt x="85990" y="23957"/>
                        <a:pt x="97801" y="45484"/>
                        <a:pt x="116660" y="36276"/>
                      </a:cubicBezTo>
                      <a:cubicBezTo>
                        <a:pt x="117676" y="35768"/>
                        <a:pt x="117803" y="34435"/>
                        <a:pt x="117359" y="33546"/>
                      </a:cubicBezTo>
                      <a:cubicBezTo>
                        <a:pt x="113485" y="25799"/>
                        <a:pt x="112469" y="18052"/>
                        <a:pt x="114120" y="9860"/>
                      </a:cubicBezTo>
                      <a:cubicBezTo>
                        <a:pt x="116724" y="11575"/>
                        <a:pt x="119899" y="11765"/>
                        <a:pt x="123391" y="10559"/>
                      </a:cubicBezTo>
                      <a:cubicBezTo>
                        <a:pt x="125741" y="9733"/>
                        <a:pt x="127582" y="8019"/>
                        <a:pt x="129678" y="6558"/>
                      </a:cubicBezTo>
                      <a:cubicBezTo>
                        <a:pt x="133805" y="3701"/>
                        <a:pt x="137044" y="2113"/>
                        <a:pt x="140917" y="2494"/>
                      </a:cubicBezTo>
                      <a:cubicBezTo>
                        <a:pt x="140727" y="3447"/>
                        <a:pt x="141044" y="4653"/>
                        <a:pt x="142314" y="5034"/>
                      </a:cubicBezTo>
                      <a:cubicBezTo>
                        <a:pt x="163396" y="11829"/>
                        <a:pt x="171715" y="33165"/>
                        <a:pt x="178065" y="52469"/>
                      </a:cubicBezTo>
                      <a:cubicBezTo>
                        <a:pt x="184224" y="71138"/>
                        <a:pt x="192098" y="88537"/>
                        <a:pt x="200925" y="106063"/>
                      </a:cubicBezTo>
                      <a:cubicBezTo>
                        <a:pt x="219721" y="143528"/>
                        <a:pt x="235913" y="182072"/>
                        <a:pt x="248423" y="222141"/>
                      </a:cubicBezTo>
                      <a:cubicBezTo>
                        <a:pt x="273696" y="303738"/>
                        <a:pt x="282332" y="388955"/>
                        <a:pt x="290333" y="473601"/>
                      </a:cubicBezTo>
                      <a:cubicBezTo>
                        <a:pt x="292555" y="497477"/>
                        <a:pt x="293444" y="520972"/>
                        <a:pt x="290015" y="54465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4" name="Google Shape;534;p26"/>
                <p:cNvSpPr/>
                <p:nvPr/>
              </p:nvSpPr>
              <p:spPr>
                <a:xfrm>
                  <a:off x="-2037169" y="4093698"/>
                  <a:ext cx="605062" cy="7481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5062" h="748170" extrusionOk="0">
                      <a:moveTo>
                        <a:pt x="566289" y="359106"/>
                      </a:moveTo>
                      <a:cubicBezTo>
                        <a:pt x="546668" y="385585"/>
                        <a:pt x="557526" y="418351"/>
                        <a:pt x="543874" y="446799"/>
                      </a:cubicBezTo>
                      <a:cubicBezTo>
                        <a:pt x="530602" y="474295"/>
                        <a:pt x="502853" y="491757"/>
                        <a:pt x="477516" y="506743"/>
                      </a:cubicBezTo>
                      <a:cubicBezTo>
                        <a:pt x="454085" y="520650"/>
                        <a:pt x="429383" y="534747"/>
                        <a:pt x="412556" y="556718"/>
                      </a:cubicBezTo>
                      <a:cubicBezTo>
                        <a:pt x="403666" y="568275"/>
                        <a:pt x="400046" y="581927"/>
                        <a:pt x="392744" y="594183"/>
                      </a:cubicBezTo>
                      <a:cubicBezTo>
                        <a:pt x="384933" y="607264"/>
                        <a:pt x="372170" y="610947"/>
                        <a:pt x="359025" y="616471"/>
                      </a:cubicBezTo>
                      <a:cubicBezTo>
                        <a:pt x="344992" y="622313"/>
                        <a:pt x="340039" y="629679"/>
                        <a:pt x="333689" y="642951"/>
                      </a:cubicBezTo>
                      <a:cubicBezTo>
                        <a:pt x="326196" y="658699"/>
                        <a:pt x="308606" y="660350"/>
                        <a:pt x="296732" y="671526"/>
                      </a:cubicBezTo>
                      <a:cubicBezTo>
                        <a:pt x="278507" y="688671"/>
                        <a:pt x="277491" y="716547"/>
                        <a:pt x="292350" y="735089"/>
                      </a:cubicBezTo>
                      <a:cubicBezTo>
                        <a:pt x="292795" y="736677"/>
                        <a:pt x="293303" y="738201"/>
                        <a:pt x="294128" y="739598"/>
                      </a:cubicBezTo>
                      <a:cubicBezTo>
                        <a:pt x="296033" y="742709"/>
                        <a:pt x="298700" y="742963"/>
                        <a:pt x="300796" y="745376"/>
                      </a:cubicBezTo>
                      <a:cubicBezTo>
                        <a:pt x="304288" y="745821"/>
                        <a:pt x="303780" y="746710"/>
                        <a:pt x="299335" y="748170"/>
                      </a:cubicBezTo>
                      <a:cubicBezTo>
                        <a:pt x="297621" y="747535"/>
                        <a:pt x="295970" y="746900"/>
                        <a:pt x="294319" y="746265"/>
                      </a:cubicBezTo>
                      <a:cubicBezTo>
                        <a:pt x="291588" y="745059"/>
                        <a:pt x="289112" y="743408"/>
                        <a:pt x="286572" y="741757"/>
                      </a:cubicBezTo>
                      <a:cubicBezTo>
                        <a:pt x="281111" y="738137"/>
                        <a:pt x="276158" y="733629"/>
                        <a:pt x="270760" y="729819"/>
                      </a:cubicBezTo>
                      <a:cubicBezTo>
                        <a:pt x="260219" y="722262"/>
                        <a:pt x="243963" y="719913"/>
                        <a:pt x="237042" y="708483"/>
                      </a:cubicBezTo>
                      <a:cubicBezTo>
                        <a:pt x="232470" y="700990"/>
                        <a:pt x="229168" y="692608"/>
                        <a:pt x="225866" y="684289"/>
                      </a:cubicBezTo>
                      <a:cubicBezTo>
                        <a:pt x="226564" y="683718"/>
                        <a:pt x="226945" y="682702"/>
                        <a:pt x="226310" y="681876"/>
                      </a:cubicBezTo>
                      <a:cubicBezTo>
                        <a:pt x="225231" y="680416"/>
                        <a:pt x="224151" y="678892"/>
                        <a:pt x="223072" y="677495"/>
                      </a:cubicBezTo>
                      <a:cubicBezTo>
                        <a:pt x="221357" y="673367"/>
                        <a:pt x="219579" y="669240"/>
                        <a:pt x="217611" y="665366"/>
                      </a:cubicBezTo>
                      <a:cubicBezTo>
                        <a:pt x="217166" y="664541"/>
                        <a:pt x="215896" y="665112"/>
                        <a:pt x="216150" y="665938"/>
                      </a:cubicBezTo>
                      <a:cubicBezTo>
                        <a:pt x="216531" y="667144"/>
                        <a:pt x="216976" y="668414"/>
                        <a:pt x="217420" y="669621"/>
                      </a:cubicBezTo>
                      <a:cubicBezTo>
                        <a:pt x="203196" y="649555"/>
                        <a:pt x="190369" y="628663"/>
                        <a:pt x="182686" y="605105"/>
                      </a:cubicBezTo>
                      <a:cubicBezTo>
                        <a:pt x="172399" y="573736"/>
                        <a:pt x="175066" y="541033"/>
                        <a:pt x="172526" y="508585"/>
                      </a:cubicBezTo>
                      <a:cubicBezTo>
                        <a:pt x="170811" y="486296"/>
                        <a:pt x="165985" y="463627"/>
                        <a:pt x="153476" y="444767"/>
                      </a:cubicBezTo>
                      <a:cubicBezTo>
                        <a:pt x="147951" y="436385"/>
                        <a:pt x="140903" y="428956"/>
                        <a:pt x="132457" y="423558"/>
                      </a:cubicBezTo>
                      <a:cubicBezTo>
                        <a:pt x="122043" y="416827"/>
                        <a:pt x="109915" y="414795"/>
                        <a:pt x="98548" y="410350"/>
                      </a:cubicBezTo>
                      <a:cubicBezTo>
                        <a:pt x="71815" y="399873"/>
                        <a:pt x="68957" y="372885"/>
                        <a:pt x="62417" y="348438"/>
                      </a:cubicBezTo>
                      <a:cubicBezTo>
                        <a:pt x="60067" y="339548"/>
                        <a:pt x="57146" y="330594"/>
                        <a:pt x="52130" y="322784"/>
                      </a:cubicBezTo>
                      <a:cubicBezTo>
                        <a:pt x="46097" y="313322"/>
                        <a:pt x="37271" y="306909"/>
                        <a:pt x="28444" y="300305"/>
                      </a:cubicBezTo>
                      <a:cubicBezTo>
                        <a:pt x="14982" y="290272"/>
                        <a:pt x="-1845" y="276111"/>
                        <a:pt x="4759" y="257061"/>
                      </a:cubicBezTo>
                      <a:cubicBezTo>
                        <a:pt x="7870" y="248044"/>
                        <a:pt x="16824" y="239154"/>
                        <a:pt x="14919" y="228931"/>
                      </a:cubicBezTo>
                      <a:cubicBezTo>
                        <a:pt x="14030" y="223914"/>
                        <a:pt x="10728" y="221882"/>
                        <a:pt x="7426" y="218390"/>
                      </a:cubicBezTo>
                      <a:cubicBezTo>
                        <a:pt x="1457" y="212103"/>
                        <a:pt x="-1274" y="206325"/>
                        <a:pt x="568" y="197308"/>
                      </a:cubicBezTo>
                      <a:cubicBezTo>
                        <a:pt x="3616" y="182131"/>
                        <a:pt x="17713" y="171971"/>
                        <a:pt x="25841" y="159462"/>
                      </a:cubicBezTo>
                      <a:cubicBezTo>
                        <a:pt x="33524" y="147778"/>
                        <a:pt x="38477" y="134379"/>
                        <a:pt x="40382" y="120600"/>
                      </a:cubicBezTo>
                      <a:cubicBezTo>
                        <a:pt x="42160" y="107519"/>
                        <a:pt x="38604" y="93231"/>
                        <a:pt x="42287" y="80595"/>
                      </a:cubicBezTo>
                      <a:cubicBezTo>
                        <a:pt x="44954" y="71578"/>
                        <a:pt x="53463" y="67895"/>
                        <a:pt x="60194" y="62116"/>
                      </a:cubicBezTo>
                      <a:cubicBezTo>
                        <a:pt x="60702" y="62561"/>
                        <a:pt x="61528" y="62624"/>
                        <a:pt x="61845" y="61926"/>
                      </a:cubicBezTo>
                      <a:cubicBezTo>
                        <a:pt x="62226" y="61037"/>
                        <a:pt x="62671" y="60211"/>
                        <a:pt x="63052" y="59322"/>
                      </a:cubicBezTo>
                      <a:cubicBezTo>
                        <a:pt x="64195" y="58052"/>
                        <a:pt x="65274" y="56719"/>
                        <a:pt x="66100" y="55195"/>
                      </a:cubicBezTo>
                      <a:cubicBezTo>
                        <a:pt x="67497" y="52718"/>
                        <a:pt x="68640" y="49924"/>
                        <a:pt x="69719" y="47003"/>
                      </a:cubicBezTo>
                      <a:cubicBezTo>
                        <a:pt x="76260" y="36399"/>
                        <a:pt x="84388" y="26810"/>
                        <a:pt x="94040" y="18873"/>
                      </a:cubicBezTo>
                      <a:cubicBezTo>
                        <a:pt x="101152" y="13031"/>
                        <a:pt x="108962" y="7951"/>
                        <a:pt x="117344" y="4014"/>
                      </a:cubicBezTo>
                      <a:cubicBezTo>
                        <a:pt x="123885" y="902"/>
                        <a:pt x="134489" y="-3289"/>
                        <a:pt x="139188" y="4204"/>
                      </a:cubicBezTo>
                      <a:cubicBezTo>
                        <a:pt x="142173" y="8840"/>
                        <a:pt x="141157" y="15634"/>
                        <a:pt x="140268" y="20778"/>
                      </a:cubicBezTo>
                      <a:cubicBezTo>
                        <a:pt x="140077" y="21984"/>
                        <a:pt x="140712" y="23127"/>
                        <a:pt x="142109" y="23127"/>
                      </a:cubicBezTo>
                      <a:cubicBezTo>
                        <a:pt x="163826" y="23445"/>
                        <a:pt x="185480" y="24207"/>
                        <a:pt x="207133" y="25731"/>
                      </a:cubicBezTo>
                      <a:cubicBezTo>
                        <a:pt x="218436" y="26493"/>
                        <a:pt x="231136" y="26302"/>
                        <a:pt x="242122" y="29287"/>
                      </a:cubicBezTo>
                      <a:cubicBezTo>
                        <a:pt x="253107" y="32271"/>
                        <a:pt x="258949" y="40209"/>
                        <a:pt x="263902" y="49861"/>
                      </a:cubicBezTo>
                      <a:cubicBezTo>
                        <a:pt x="271078" y="63894"/>
                        <a:pt x="277174" y="76721"/>
                        <a:pt x="289620" y="87008"/>
                      </a:cubicBezTo>
                      <a:cubicBezTo>
                        <a:pt x="301050" y="96406"/>
                        <a:pt x="315020" y="102566"/>
                        <a:pt x="329625" y="104471"/>
                      </a:cubicBezTo>
                      <a:cubicBezTo>
                        <a:pt x="337435" y="105487"/>
                        <a:pt x="344674" y="104407"/>
                        <a:pt x="352485" y="104090"/>
                      </a:cubicBezTo>
                      <a:cubicBezTo>
                        <a:pt x="366455" y="103518"/>
                        <a:pt x="373694" y="111773"/>
                        <a:pt x="382266" y="121425"/>
                      </a:cubicBezTo>
                      <a:cubicBezTo>
                        <a:pt x="395982" y="136856"/>
                        <a:pt x="410143" y="155779"/>
                        <a:pt x="405444" y="177750"/>
                      </a:cubicBezTo>
                      <a:cubicBezTo>
                        <a:pt x="402967" y="189116"/>
                        <a:pt x="396300" y="193752"/>
                        <a:pt x="387791" y="200610"/>
                      </a:cubicBezTo>
                      <a:cubicBezTo>
                        <a:pt x="384489" y="203277"/>
                        <a:pt x="381123" y="206388"/>
                        <a:pt x="382266" y="211087"/>
                      </a:cubicBezTo>
                      <a:cubicBezTo>
                        <a:pt x="384171" y="219215"/>
                        <a:pt x="397633" y="222200"/>
                        <a:pt x="407603" y="223470"/>
                      </a:cubicBezTo>
                      <a:cubicBezTo>
                        <a:pt x="413064" y="227343"/>
                        <a:pt x="420176" y="225756"/>
                        <a:pt x="425573" y="221438"/>
                      </a:cubicBezTo>
                      <a:cubicBezTo>
                        <a:pt x="431098" y="216929"/>
                        <a:pt x="434400" y="210008"/>
                        <a:pt x="440559" y="206198"/>
                      </a:cubicBezTo>
                      <a:cubicBezTo>
                        <a:pt x="446719" y="202324"/>
                        <a:pt x="454466" y="201562"/>
                        <a:pt x="461514" y="203023"/>
                      </a:cubicBezTo>
                      <a:cubicBezTo>
                        <a:pt x="467674" y="204356"/>
                        <a:pt x="473579" y="207468"/>
                        <a:pt x="477834" y="212103"/>
                      </a:cubicBezTo>
                      <a:cubicBezTo>
                        <a:pt x="482977" y="217755"/>
                        <a:pt x="482469" y="223914"/>
                        <a:pt x="485581" y="230391"/>
                      </a:cubicBezTo>
                      <a:cubicBezTo>
                        <a:pt x="490978" y="241631"/>
                        <a:pt x="504948" y="236043"/>
                        <a:pt x="514473" y="235090"/>
                      </a:cubicBezTo>
                      <a:cubicBezTo>
                        <a:pt x="533269" y="233122"/>
                        <a:pt x="553970" y="232868"/>
                        <a:pt x="572322" y="237694"/>
                      </a:cubicBezTo>
                      <a:cubicBezTo>
                        <a:pt x="589848" y="242266"/>
                        <a:pt x="600960" y="255855"/>
                        <a:pt x="604135" y="273381"/>
                      </a:cubicBezTo>
                      <a:cubicBezTo>
                        <a:pt x="610231" y="307544"/>
                        <a:pt x="584958" y="333960"/>
                        <a:pt x="566289" y="35910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35" name="Google Shape;535;p26"/>
              <p:cNvGrpSpPr/>
              <p:nvPr/>
            </p:nvGrpSpPr>
            <p:grpSpPr>
              <a:xfrm>
                <a:off x="2261915" y="3443270"/>
                <a:ext cx="571563" cy="362521"/>
                <a:chOff x="5160390" y="2873120"/>
                <a:chExt cx="571563" cy="362521"/>
              </a:xfrm>
            </p:grpSpPr>
            <p:sp>
              <p:nvSpPr>
                <p:cNvPr id="536" name="Google Shape;536;p26"/>
                <p:cNvSpPr/>
                <p:nvPr/>
              </p:nvSpPr>
              <p:spPr>
                <a:xfrm>
                  <a:off x="5520309" y="2873120"/>
                  <a:ext cx="71437" cy="1402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7" h="140271" extrusionOk="0">
                      <a:moveTo>
                        <a:pt x="63500" y="132334"/>
                      </a:moveTo>
                      <a:lnTo>
                        <a:pt x="71438" y="0"/>
                      </a:lnTo>
                      <a:lnTo>
                        <a:pt x="10604" y="0"/>
                      </a:lnTo>
                      <a:lnTo>
                        <a:pt x="0" y="14027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7" name="Google Shape;537;p26"/>
                <p:cNvSpPr/>
                <p:nvPr/>
              </p:nvSpPr>
              <p:spPr>
                <a:xfrm>
                  <a:off x="5393309" y="2873120"/>
                  <a:ext cx="71437" cy="1402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7" h="140271" extrusionOk="0">
                      <a:moveTo>
                        <a:pt x="63500" y="132334"/>
                      </a:moveTo>
                      <a:lnTo>
                        <a:pt x="71438" y="0"/>
                      </a:lnTo>
                      <a:lnTo>
                        <a:pt x="10604" y="0"/>
                      </a:lnTo>
                      <a:lnTo>
                        <a:pt x="0" y="14027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8" name="Google Shape;538;p26"/>
                <p:cNvSpPr/>
                <p:nvPr/>
              </p:nvSpPr>
              <p:spPr>
                <a:xfrm>
                  <a:off x="5305996" y="2978975"/>
                  <a:ext cx="357187" cy="1560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87" h="156082" extrusionOk="0">
                      <a:moveTo>
                        <a:pt x="357188" y="156083"/>
                      </a:moveTo>
                      <a:lnTo>
                        <a:pt x="357188" y="0"/>
                      </a:lnTo>
                      <a:lnTo>
                        <a:pt x="0" y="0"/>
                      </a:lnTo>
                      <a:lnTo>
                        <a:pt x="0" y="150813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9" name="Google Shape;539;p26"/>
                <p:cNvSpPr/>
                <p:nvPr/>
              </p:nvSpPr>
              <p:spPr>
                <a:xfrm>
                  <a:off x="5160390" y="3063684"/>
                  <a:ext cx="571563" cy="1719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63" h="171957" extrusionOk="0">
                      <a:moveTo>
                        <a:pt x="571564" y="29083"/>
                      </a:moveTo>
                      <a:lnTo>
                        <a:pt x="545084" y="169291"/>
                      </a:lnTo>
                      <a:lnTo>
                        <a:pt x="82042" y="171958"/>
                      </a:lnTo>
                      <a:lnTo>
                        <a:pt x="0" y="0"/>
                      </a:lnTo>
                      <a:lnTo>
                        <a:pt x="171958" y="0"/>
                      </a:lnTo>
                      <a:cubicBezTo>
                        <a:pt x="171958" y="0"/>
                        <a:pt x="216916" y="15875"/>
                        <a:pt x="216916" y="31750"/>
                      </a:cubicBezTo>
                      <a:lnTo>
                        <a:pt x="571564" y="29083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0" name="Google Shape;540;p26"/>
                <p:cNvSpPr/>
                <p:nvPr/>
              </p:nvSpPr>
              <p:spPr>
                <a:xfrm>
                  <a:off x="5604954" y="3017329"/>
                  <a:ext cx="37084" cy="370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84" h="37083" extrusionOk="0">
                      <a:moveTo>
                        <a:pt x="37084" y="18542"/>
                      </a:moveTo>
                      <a:cubicBezTo>
                        <a:pt x="37084" y="28765"/>
                        <a:pt x="28766" y="37084"/>
                        <a:pt x="18542" y="37084"/>
                      </a:cubicBezTo>
                      <a:cubicBezTo>
                        <a:pt x="8318" y="37084"/>
                        <a:pt x="0" y="28765"/>
                        <a:pt x="0" y="18542"/>
                      </a:cubicBezTo>
                      <a:cubicBezTo>
                        <a:pt x="0" y="8318"/>
                        <a:pt x="8318" y="0"/>
                        <a:pt x="18542" y="0"/>
                      </a:cubicBezTo>
                      <a:cubicBezTo>
                        <a:pt x="28766" y="0"/>
                        <a:pt x="37084" y="8318"/>
                        <a:pt x="37084" y="1854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1" name="Google Shape;541;p26"/>
                <p:cNvSpPr/>
                <p:nvPr/>
              </p:nvSpPr>
              <p:spPr>
                <a:xfrm>
                  <a:off x="5343016" y="3017329"/>
                  <a:ext cx="37084" cy="370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84" h="37083" extrusionOk="0">
                      <a:moveTo>
                        <a:pt x="37084" y="18542"/>
                      </a:moveTo>
                      <a:cubicBezTo>
                        <a:pt x="37084" y="28765"/>
                        <a:pt x="28766" y="37084"/>
                        <a:pt x="18542" y="37084"/>
                      </a:cubicBezTo>
                      <a:cubicBezTo>
                        <a:pt x="8318" y="37084"/>
                        <a:pt x="0" y="28765"/>
                        <a:pt x="0" y="18542"/>
                      </a:cubicBezTo>
                      <a:cubicBezTo>
                        <a:pt x="0" y="8318"/>
                        <a:pt x="8318" y="0"/>
                        <a:pt x="18542" y="0"/>
                      </a:cubicBezTo>
                      <a:cubicBezTo>
                        <a:pt x="28766" y="0"/>
                        <a:pt x="37084" y="8318"/>
                        <a:pt x="37084" y="1854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2" name="Google Shape;542;p26"/>
                <p:cNvSpPr/>
                <p:nvPr/>
              </p:nvSpPr>
              <p:spPr>
                <a:xfrm>
                  <a:off x="5430329" y="3017329"/>
                  <a:ext cx="37084" cy="370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84" h="37083" extrusionOk="0">
                      <a:moveTo>
                        <a:pt x="37084" y="18542"/>
                      </a:moveTo>
                      <a:cubicBezTo>
                        <a:pt x="37084" y="28765"/>
                        <a:pt x="28766" y="37084"/>
                        <a:pt x="18542" y="37084"/>
                      </a:cubicBezTo>
                      <a:cubicBezTo>
                        <a:pt x="8318" y="37084"/>
                        <a:pt x="0" y="28765"/>
                        <a:pt x="0" y="18542"/>
                      </a:cubicBezTo>
                      <a:cubicBezTo>
                        <a:pt x="0" y="8318"/>
                        <a:pt x="8318" y="0"/>
                        <a:pt x="18542" y="0"/>
                      </a:cubicBezTo>
                      <a:cubicBezTo>
                        <a:pt x="28766" y="0"/>
                        <a:pt x="37084" y="8318"/>
                        <a:pt x="37084" y="1854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3" name="Google Shape;543;p26"/>
                <p:cNvSpPr/>
                <p:nvPr/>
              </p:nvSpPr>
              <p:spPr>
                <a:xfrm>
                  <a:off x="5517641" y="3017329"/>
                  <a:ext cx="37084" cy="370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84" h="37083" extrusionOk="0">
                      <a:moveTo>
                        <a:pt x="37084" y="18542"/>
                      </a:moveTo>
                      <a:cubicBezTo>
                        <a:pt x="37084" y="28765"/>
                        <a:pt x="28766" y="37084"/>
                        <a:pt x="18542" y="37084"/>
                      </a:cubicBezTo>
                      <a:cubicBezTo>
                        <a:pt x="8318" y="37084"/>
                        <a:pt x="0" y="28765"/>
                        <a:pt x="0" y="18542"/>
                      </a:cubicBezTo>
                      <a:cubicBezTo>
                        <a:pt x="0" y="8318"/>
                        <a:pt x="8318" y="0"/>
                        <a:pt x="18542" y="0"/>
                      </a:cubicBezTo>
                      <a:cubicBezTo>
                        <a:pt x="28766" y="0"/>
                        <a:pt x="37084" y="8318"/>
                        <a:pt x="37084" y="1854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44" name="Google Shape;544;p26"/>
              <p:cNvGrpSpPr/>
              <p:nvPr/>
            </p:nvGrpSpPr>
            <p:grpSpPr>
              <a:xfrm>
                <a:off x="1217987" y="3301764"/>
                <a:ext cx="1135847" cy="299539"/>
                <a:chOff x="3970718" y="1375536"/>
                <a:chExt cx="368172" cy="97092"/>
              </a:xfrm>
            </p:grpSpPr>
            <p:sp>
              <p:nvSpPr>
                <p:cNvPr id="545" name="Google Shape;545;p26"/>
                <p:cNvSpPr/>
                <p:nvPr/>
              </p:nvSpPr>
              <p:spPr>
                <a:xfrm>
                  <a:off x="3970718" y="1379156"/>
                  <a:ext cx="18351" cy="4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51" h="4952" extrusionOk="0">
                      <a:moveTo>
                        <a:pt x="0" y="4953"/>
                      </a:moveTo>
                      <a:cubicBezTo>
                        <a:pt x="0" y="4953"/>
                        <a:pt x="7176" y="2349"/>
                        <a:pt x="18352" y="0"/>
                      </a:cubicBezTo>
                    </a:path>
                  </a:pathLst>
                </a:custGeom>
                <a:noFill/>
                <a:ln w="12700" cap="rnd" cmpd="sng">
                  <a:solidFill>
                    <a:schemeClr val="accent5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6" name="Google Shape;546;p26"/>
                <p:cNvSpPr/>
                <p:nvPr/>
              </p:nvSpPr>
              <p:spPr>
                <a:xfrm>
                  <a:off x="4029075" y="1375536"/>
                  <a:ext cx="280479" cy="713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479" h="71374" extrusionOk="0">
                      <a:moveTo>
                        <a:pt x="0" y="0"/>
                      </a:moveTo>
                      <a:cubicBezTo>
                        <a:pt x="17590" y="762"/>
                        <a:pt x="36385" y="5017"/>
                        <a:pt x="52260" y="16701"/>
                      </a:cubicBezTo>
                      <a:cubicBezTo>
                        <a:pt x="93091" y="46736"/>
                        <a:pt x="97917" y="66294"/>
                        <a:pt x="152908" y="67945"/>
                      </a:cubicBezTo>
                      <a:cubicBezTo>
                        <a:pt x="197422" y="69279"/>
                        <a:pt x="239014" y="47181"/>
                        <a:pt x="280479" y="71374"/>
                      </a:cubicBezTo>
                    </a:path>
                  </a:pathLst>
                </a:custGeom>
                <a:noFill/>
                <a:ln w="12700" cap="rnd" cmpd="sng">
                  <a:solidFill>
                    <a:schemeClr val="accent5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7" name="Google Shape;547;p26"/>
                <p:cNvSpPr/>
                <p:nvPr/>
              </p:nvSpPr>
              <p:spPr>
                <a:xfrm>
                  <a:off x="4325746" y="1458849"/>
                  <a:ext cx="13144" cy="137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44" h="13779" extrusionOk="0">
                      <a:moveTo>
                        <a:pt x="0" y="0"/>
                      </a:moveTo>
                      <a:cubicBezTo>
                        <a:pt x="4382" y="3937"/>
                        <a:pt x="8763" y="8509"/>
                        <a:pt x="13145" y="13779"/>
                      </a:cubicBezTo>
                    </a:path>
                  </a:pathLst>
                </a:custGeom>
                <a:noFill/>
                <a:ln w="12700" cap="rnd" cmpd="sng">
                  <a:solidFill>
                    <a:schemeClr val="accent5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48" name="Google Shape;548;p26"/>
              <p:cNvSpPr/>
              <p:nvPr/>
            </p:nvSpPr>
            <p:spPr>
              <a:xfrm rot="1649117">
                <a:off x="-405116" y="3383974"/>
                <a:ext cx="733007" cy="1541498"/>
              </a:xfrm>
              <a:custGeom>
                <a:avLst/>
                <a:gdLst/>
                <a:ahLst/>
                <a:cxnLst/>
                <a:rect l="l" t="t" r="r" b="b"/>
                <a:pathLst>
                  <a:path w="104252" h="243997" extrusionOk="0">
                    <a:moveTo>
                      <a:pt x="0" y="117759"/>
                    </a:moveTo>
                    <a:cubicBezTo>
                      <a:pt x="0" y="117759"/>
                      <a:pt x="106870" y="97122"/>
                      <a:pt x="104203" y="35019"/>
                    </a:cubicBezTo>
                    <a:cubicBezTo>
                      <a:pt x="101600" y="-24417"/>
                      <a:pt x="35877" y="-795"/>
                      <a:pt x="62547" y="50830"/>
                    </a:cubicBezTo>
                    <a:cubicBezTo>
                      <a:pt x="95567" y="114775"/>
                      <a:pt x="109664" y="218978"/>
                      <a:pt x="46291" y="243997"/>
                    </a:cubicBezTo>
                  </a:path>
                </a:pathLst>
              </a:custGeom>
              <a:noFill/>
              <a:ln w="12700" cap="rnd" cmpd="sng">
                <a:solidFill>
                  <a:schemeClr val="accent5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26"/>
              <p:cNvSpPr/>
              <p:nvPr/>
            </p:nvSpPr>
            <p:spPr>
              <a:xfrm rot="7899969" flipH="1">
                <a:off x="996877" y="2281735"/>
                <a:ext cx="1822676" cy="225934"/>
              </a:xfrm>
              <a:custGeom>
                <a:avLst/>
                <a:gdLst/>
                <a:ahLst/>
                <a:cxnLst/>
                <a:rect l="l" t="t" r="r" b="b"/>
                <a:pathLst>
                  <a:path w="624585" h="77422" extrusionOk="0">
                    <a:moveTo>
                      <a:pt x="0" y="69331"/>
                    </a:moveTo>
                    <a:cubicBezTo>
                      <a:pt x="32957" y="25326"/>
                      <a:pt x="89090" y="3228"/>
                      <a:pt x="144018" y="370"/>
                    </a:cubicBezTo>
                    <a:cubicBezTo>
                      <a:pt x="198945" y="-2487"/>
                      <a:pt x="253238" y="11610"/>
                      <a:pt x="305626" y="28310"/>
                    </a:cubicBezTo>
                    <a:cubicBezTo>
                      <a:pt x="358013" y="45011"/>
                      <a:pt x="409829" y="64569"/>
                      <a:pt x="464121" y="73205"/>
                    </a:cubicBezTo>
                    <a:cubicBezTo>
                      <a:pt x="518414" y="81777"/>
                      <a:pt x="576580" y="78539"/>
                      <a:pt x="624586" y="51742"/>
                    </a:cubicBezTo>
                  </a:path>
                </a:pathLst>
              </a:custGeom>
              <a:noFill/>
              <a:ln w="12700" cap="rnd" cmpd="sng">
                <a:solidFill>
                  <a:schemeClr val="accent5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" name="Google Shape;550;p26"/>
              <p:cNvSpPr/>
              <p:nvPr/>
            </p:nvSpPr>
            <p:spPr>
              <a:xfrm rot="-2137942">
                <a:off x="-1079771" y="598174"/>
                <a:ext cx="4416208" cy="1985389"/>
              </a:xfrm>
              <a:custGeom>
                <a:avLst/>
                <a:gdLst/>
                <a:ahLst/>
                <a:cxnLst/>
                <a:rect l="l" t="t" r="r" b="b"/>
                <a:pathLst>
                  <a:path w="597979" h="254919" extrusionOk="0">
                    <a:moveTo>
                      <a:pt x="0" y="254762"/>
                    </a:moveTo>
                    <a:cubicBezTo>
                      <a:pt x="29654" y="256731"/>
                      <a:pt x="57658" y="239967"/>
                      <a:pt x="78549" y="218821"/>
                    </a:cubicBezTo>
                    <a:cubicBezTo>
                      <a:pt x="99378" y="197676"/>
                      <a:pt x="115062" y="172021"/>
                      <a:pt x="134429" y="149416"/>
                    </a:cubicBezTo>
                    <a:cubicBezTo>
                      <a:pt x="153797" y="126873"/>
                      <a:pt x="178498" y="106680"/>
                      <a:pt x="207899" y="102489"/>
                    </a:cubicBezTo>
                    <a:cubicBezTo>
                      <a:pt x="229870" y="99378"/>
                      <a:pt x="253936" y="106490"/>
                      <a:pt x="267970" y="123635"/>
                    </a:cubicBezTo>
                    <a:cubicBezTo>
                      <a:pt x="282004" y="140779"/>
                      <a:pt x="283464" y="168212"/>
                      <a:pt x="268669" y="184785"/>
                    </a:cubicBezTo>
                    <a:cubicBezTo>
                      <a:pt x="258635" y="196024"/>
                      <a:pt x="237617" y="199390"/>
                      <a:pt x="229870" y="186436"/>
                    </a:cubicBezTo>
                    <a:cubicBezTo>
                      <a:pt x="223457" y="175641"/>
                      <a:pt x="231267" y="160909"/>
                      <a:pt x="242507" y="155257"/>
                    </a:cubicBezTo>
                    <a:cubicBezTo>
                      <a:pt x="253746" y="149606"/>
                      <a:pt x="266954" y="150304"/>
                      <a:pt x="279591" y="150559"/>
                    </a:cubicBezTo>
                    <a:cubicBezTo>
                      <a:pt x="401193" y="152845"/>
                      <a:pt x="522605" y="95504"/>
                      <a:pt x="597979" y="0"/>
                    </a:cubicBezTo>
                  </a:path>
                </a:pathLst>
              </a:custGeom>
              <a:noFill/>
              <a:ln w="12700" cap="rnd" cmpd="sng">
                <a:solidFill>
                  <a:schemeClr val="accent5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51" name="Google Shape;551;p26"/>
              <p:cNvGrpSpPr/>
              <p:nvPr/>
            </p:nvGrpSpPr>
            <p:grpSpPr>
              <a:xfrm>
                <a:off x="1778367" y="717779"/>
                <a:ext cx="1055113" cy="1475919"/>
                <a:chOff x="-1891361" y="-1128192"/>
                <a:chExt cx="1290816" cy="1805406"/>
              </a:xfrm>
            </p:grpSpPr>
            <p:grpSp>
              <p:nvGrpSpPr>
                <p:cNvPr id="552" name="Google Shape;552;p26"/>
                <p:cNvGrpSpPr/>
                <p:nvPr/>
              </p:nvGrpSpPr>
              <p:grpSpPr>
                <a:xfrm>
                  <a:off x="-1891361" y="-1128192"/>
                  <a:ext cx="1290816" cy="1805406"/>
                  <a:chOff x="-1891361" y="-1128192"/>
                  <a:chExt cx="1290816" cy="1805406"/>
                </a:xfrm>
              </p:grpSpPr>
              <p:sp>
                <p:nvSpPr>
                  <p:cNvPr id="553" name="Google Shape;553;p26"/>
                  <p:cNvSpPr/>
                  <p:nvPr/>
                </p:nvSpPr>
                <p:spPr>
                  <a:xfrm>
                    <a:off x="-1693575" y="-55375"/>
                    <a:ext cx="893523" cy="4335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69994" h="1469798" extrusionOk="0">
                        <a:moveTo>
                          <a:pt x="2218218" y="955478"/>
                        </a:moveTo>
                        <a:lnTo>
                          <a:pt x="2279936" y="955478"/>
                        </a:lnTo>
                        <a:lnTo>
                          <a:pt x="2279936" y="1469798"/>
                        </a:lnTo>
                        <a:lnTo>
                          <a:pt x="2218218" y="1469798"/>
                        </a:lnTo>
                        <a:close/>
                        <a:moveTo>
                          <a:pt x="1189577" y="955478"/>
                        </a:moveTo>
                        <a:lnTo>
                          <a:pt x="1251295" y="955478"/>
                        </a:lnTo>
                        <a:lnTo>
                          <a:pt x="1251295" y="1469798"/>
                        </a:lnTo>
                        <a:lnTo>
                          <a:pt x="1189577" y="1469798"/>
                        </a:lnTo>
                        <a:close/>
                        <a:moveTo>
                          <a:pt x="51287" y="2372"/>
                        </a:moveTo>
                        <a:lnTo>
                          <a:pt x="989061" y="1403218"/>
                        </a:lnTo>
                        <a:lnTo>
                          <a:pt x="937774" y="1437551"/>
                        </a:lnTo>
                        <a:lnTo>
                          <a:pt x="0" y="36705"/>
                        </a:lnTo>
                        <a:close/>
                        <a:moveTo>
                          <a:pt x="3418707" y="0"/>
                        </a:moveTo>
                        <a:lnTo>
                          <a:pt x="3469994" y="34333"/>
                        </a:lnTo>
                        <a:lnTo>
                          <a:pt x="2532221" y="1435177"/>
                        </a:lnTo>
                        <a:lnTo>
                          <a:pt x="2480934" y="1400844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4" name="Google Shape;554;p26"/>
                  <p:cNvSpPr/>
                  <p:nvPr/>
                </p:nvSpPr>
                <p:spPr>
                  <a:xfrm>
                    <a:off x="-1891361" y="-1128192"/>
                    <a:ext cx="1290816" cy="13658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92273" h="1579038" extrusionOk="0">
                        <a:moveTo>
                          <a:pt x="1273730" y="218551"/>
                        </a:moveTo>
                        <a:cubicBezTo>
                          <a:pt x="982329" y="-72850"/>
                          <a:pt x="509953" y="-72850"/>
                          <a:pt x="218551" y="218551"/>
                        </a:cubicBezTo>
                        <a:cubicBezTo>
                          <a:pt x="-72850" y="509952"/>
                          <a:pt x="-72850" y="982329"/>
                          <a:pt x="218551" y="1273731"/>
                        </a:cubicBezTo>
                        <a:lnTo>
                          <a:pt x="523859" y="1579039"/>
                        </a:lnTo>
                        <a:lnTo>
                          <a:pt x="968359" y="1579039"/>
                        </a:lnTo>
                        <a:lnTo>
                          <a:pt x="1273667" y="1273731"/>
                        </a:lnTo>
                        <a:cubicBezTo>
                          <a:pt x="1565132" y="982393"/>
                          <a:pt x="1565132" y="509952"/>
                          <a:pt x="1273730" y="21855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5" name="Google Shape;555;p26"/>
                  <p:cNvSpPr/>
                  <p:nvPr/>
                </p:nvSpPr>
                <p:spPr>
                  <a:xfrm>
                    <a:off x="-1671618" y="-1128192"/>
                    <a:ext cx="851368" cy="13658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4241" h="1579038" extrusionOk="0">
                        <a:moveTo>
                          <a:pt x="840121" y="218551"/>
                        </a:moveTo>
                        <a:cubicBezTo>
                          <a:pt x="647907" y="-72850"/>
                          <a:pt x="336312" y="-72850"/>
                          <a:pt x="144161" y="218551"/>
                        </a:cubicBezTo>
                        <a:cubicBezTo>
                          <a:pt x="-48054" y="509952"/>
                          <a:pt x="-48054" y="982329"/>
                          <a:pt x="144161" y="1273731"/>
                        </a:cubicBezTo>
                        <a:lnTo>
                          <a:pt x="345583" y="1579039"/>
                        </a:lnTo>
                        <a:lnTo>
                          <a:pt x="638762" y="1579039"/>
                        </a:lnTo>
                        <a:lnTo>
                          <a:pt x="840184" y="1273731"/>
                        </a:lnTo>
                        <a:cubicBezTo>
                          <a:pt x="1032272" y="982393"/>
                          <a:pt x="1032272" y="509952"/>
                          <a:pt x="840121" y="21855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6" name="Google Shape;556;p26"/>
                  <p:cNvSpPr/>
                  <p:nvPr/>
                </p:nvSpPr>
                <p:spPr>
                  <a:xfrm>
                    <a:off x="-1451887" y="-1128192"/>
                    <a:ext cx="411949" cy="13658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6242" h="1579038" extrusionOk="0">
                        <a:moveTo>
                          <a:pt x="406464" y="218551"/>
                        </a:moveTo>
                        <a:cubicBezTo>
                          <a:pt x="313500" y="-72850"/>
                          <a:pt x="162687" y="-72850"/>
                          <a:pt x="69723" y="218551"/>
                        </a:cubicBezTo>
                        <a:cubicBezTo>
                          <a:pt x="-23241" y="509952"/>
                          <a:pt x="-23241" y="982329"/>
                          <a:pt x="69723" y="1273731"/>
                        </a:cubicBezTo>
                        <a:lnTo>
                          <a:pt x="167195" y="1579039"/>
                        </a:lnTo>
                        <a:lnTo>
                          <a:pt x="309055" y="1579039"/>
                        </a:lnTo>
                        <a:lnTo>
                          <a:pt x="406527" y="1273731"/>
                        </a:lnTo>
                        <a:cubicBezTo>
                          <a:pt x="499491" y="982393"/>
                          <a:pt x="499491" y="509952"/>
                          <a:pt x="406464" y="21855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7" name="Google Shape;557;p26"/>
                  <p:cNvSpPr/>
                  <p:nvPr/>
                </p:nvSpPr>
                <p:spPr>
                  <a:xfrm>
                    <a:off x="-1451865" y="347649"/>
                    <a:ext cx="411956" cy="3295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6250" h="381000" extrusionOk="0">
                        <a:moveTo>
                          <a:pt x="114300" y="381000"/>
                        </a:moveTo>
                        <a:lnTo>
                          <a:pt x="361950" y="381000"/>
                        </a:lnTo>
                        <a:cubicBezTo>
                          <a:pt x="425069" y="381000"/>
                          <a:pt x="476250" y="329819"/>
                          <a:pt x="476250" y="266700"/>
                        </a:cubicBezTo>
                        <a:lnTo>
                          <a:pt x="476250" y="0"/>
                        </a:lnTo>
                        <a:lnTo>
                          <a:pt x="0" y="0"/>
                        </a:lnTo>
                        <a:lnTo>
                          <a:pt x="0" y="266700"/>
                        </a:lnTo>
                        <a:cubicBezTo>
                          <a:pt x="0" y="329819"/>
                          <a:pt x="51118" y="381000"/>
                          <a:pt x="114300" y="38100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558" name="Google Shape;558;p26"/>
                  <p:cNvGrpSpPr/>
                  <p:nvPr/>
                </p:nvGrpSpPr>
                <p:grpSpPr>
                  <a:xfrm>
                    <a:off x="-1460307" y="347488"/>
                    <a:ext cx="428435" cy="76899"/>
                    <a:chOff x="6791388" y="5563615"/>
                    <a:chExt cx="495300" cy="88900"/>
                  </a:xfrm>
                </p:grpSpPr>
                <p:sp>
                  <p:nvSpPr>
                    <p:cNvPr id="559" name="Google Shape;559;p26"/>
                    <p:cNvSpPr/>
                    <p:nvPr/>
                  </p:nvSpPr>
                  <p:spPr>
                    <a:xfrm>
                      <a:off x="6791388" y="5563615"/>
                      <a:ext cx="177800" cy="889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7800" h="88900" extrusionOk="0">
                          <a:moveTo>
                            <a:pt x="88900" y="88900"/>
                          </a:moveTo>
                          <a:cubicBezTo>
                            <a:pt x="39878" y="88900"/>
                            <a:pt x="0" y="49022"/>
                            <a:pt x="0" y="0"/>
                          </a:cubicBezTo>
                          <a:lnTo>
                            <a:pt x="19050" y="0"/>
                          </a:lnTo>
                          <a:cubicBezTo>
                            <a:pt x="19050" y="38545"/>
                            <a:pt x="50355" y="69850"/>
                            <a:pt x="88900" y="69850"/>
                          </a:cubicBezTo>
                          <a:cubicBezTo>
                            <a:pt x="127444" y="69850"/>
                            <a:pt x="158750" y="38545"/>
                            <a:pt x="158750" y="0"/>
                          </a:cubicBezTo>
                          <a:lnTo>
                            <a:pt x="177800" y="0"/>
                          </a:lnTo>
                          <a:cubicBezTo>
                            <a:pt x="177800" y="49022"/>
                            <a:pt x="137922" y="88900"/>
                            <a:pt x="88900" y="88900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60" name="Google Shape;560;p26"/>
                    <p:cNvSpPr/>
                    <p:nvPr/>
                  </p:nvSpPr>
                  <p:spPr>
                    <a:xfrm>
                      <a:off x="7108888" y="5563615"/>
                      <a:ext cx="177800" cy="889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7800" h="88900" extrusionOk="0">
                          <a:moveTo>
                            <a:pt x="88900" y="88900"/>
                          </a:moveTo>
                          <a:cubicBezTo>
                            <a:pt x="39878" y="88900"/>
                            <a:pt x="0" y="49022"/>
                            <a:pt x="0" y="0"/>
                          </a:cubicBezTo>
                          <a:lnTo>
                            <a:pt x="19050" y="0"/>
                          </a:lnTo>
                          <a:cubicBezTo>
                            <a:pt x="19050" y="38545"/>
                            <a:pt x="50355" y="69850"/>
                            <a:pt x="88900" y="69850"/>
                          </a:cubicBezTo>
                          <a:cubicBezTo>
                            <a:pt x="127444" y="69850"/>
                            <a:pt x="158750" y="38545"/>
                            <a:pt x="158750" y="0"/>
                          </a:cubicBezTo>
                          <a:lnTo>
                            <a:pt x="177800" y="0"/>
                          </a:lnTo>
                          <a:cubicBezTo>
                            <a:pt x="177800" y="49022"/>
                            <a:pt x="137922" y="88900"/>
                            <a:pt x="88900" y="88900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61" name="Google Shape;561;p26"/>
                    <p:cNvSpPr/>
                    <p:nvPr/>
                  </p:nvSpPr>
                  <p:spPr>
                    <a:xfrm>
                      <a:off x="6950138" y="5563615"/>
                      <a:ext cx="177800" cy="889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7800" h="88900" extrusionOk="0">
                          <a:moveTo>
                            <a:pt x="88900" y="88900"/>
                          </a:moveTo>
                          <a:cubicBezTo>
                            <a:pt x="39878" y="88900"/>
                            <a:pt x="0" y="49022"/>
                            <a:pt x="0" y="0"/>
                          </a:cubicBezTo>
                          <a:lnTo>
                            <a:pt x="19050" y="0"/>
                          </a:lnTo>
                          <a:cubicBezTo>
                            <a:pt x="19050" y="38545"/>
                            <a:pt x="50355" y="69850"/>
                            <a:pt x="88900" y="69850"/>
                          </a:cubicBezTo>
                          <a:cubicBezTo>
                            <a:pt x="127444" y="69850"/>
                            <a:pt x="158750" y="38545"/>
                            <a:pt x="158750" y="0"/>
                          </a:cubicBezTo>
                          <a:lnTo>
                            <a:pt x="177800" y="0"/>
                          </a:lnTo>
                          <a:cubicBezTo>
                            <a:pt x="177800" y="49022"/>
                            <a:pt x="137922" y="88900"/>
                            <a:pt x="88900" y="88900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562" name="Google Shape;562;p26"/>
                  <p:cNvSpPr/>
                  <p:nvPr/>
                </p:nvSpPr>
                <p:spPr>
                  <a:xfrm>
                    <a:off x="-1451865" y="570114"/>
                    <a:ext cx="411956" cy="164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6250" h="19050" extrusionOk="0">
                        <a:moveTo>
                          <a:pt x="0" y="0"/>
                        </a:moveTo>
                        <a:lnTo>
                          <a:pt x="476250" y="0"/>
                        </a:lnTo>
                        <a:lnTo>
                          <a:pt x="476250" y="19050"/>
                        </a:lnTo>
                        <a:lnTo>
                          <a:pt x="0" y="1905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563" name="Google Shape;563;p26"/>
                <p:cNvSpPr/>
                <p:nvPr/>
              </p:nvSpPr>
              <p:spPr>
                <a:xfrm>
                  <a:off x="-1439100" y="235100"/>
                  <a:ext cx="384525" cy="59900"/>
                </a:xfrm>
                <a:prstGeom prst="flowChartOffpageConnector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</p:grpSp>
          <p:grpSp>
            <p:nvGrpSpPr>
              <p:cNvPr id="564" name="Google Shape;564;p26"/>
              <p:cNvGrpSpPr/>
              <p:nvPr/>
            </p:nvGrpSpPr>
            <p:grpSpPr>
              <a:xfrm>
                <a:off x="423600" y="2389143"/>
                <a:ext cx="1383700" cy="1173271"/>
                <a:chOff x="5024310" y="2167559"/>
                <a:chExt cx="569494" cy="482907"/>
              </a:xfrm>
            </p:grpSpPr>
            <p:grpSp>
              <p:nvGrpSpPr>
                <p:cNvPr id="565" name="Google Shape;565;p26"/>
                <p:cNvGrpSpPr/>
                <p:nvPr/>
              </p:nvGrpSpPr>
              <p:grpSpPr>
                <a:xfrm>
                  <a:off x="5024310" y="2167559"/>
                  <a:ext cx="569494" cy="482907"/>
                  <a:chOff x="5024310" y="2167559"/>
                  <a:chExt cx="569494" cy="482907"/>
                </a:xfrm>
              </p:grpSpPr>
              <p:sp>
                <p:nvSpPr>
                  <p:cNvPr id="566" name="Google Shape;566;p26"/>
                  <p:cNvSpPr/>
                  <p:nvPr/>
                </p:nvSpPr>
                <p:spPr>
                  <a:xfrm>
                    <a:off x="5024310" y="2410967"/>
                    <a:ext cx="113538" cy="1815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3538" h="181546" extrusionOk="0">
                        <a:moveTo>
                          <a:pt x="49340" y="81788"/>
                        </a:moveTo>
                        <a:lnTo>
                          <a:pt x="0" y="9462"/>
                        </a:lnTo>
                        <a:lnTo>
                          <a:pt x="26797" y="0"/>
                        </a:lnTo>
                        <a:lnTo>
                          <a:pt x="113538" y="64770"/>
                        </a:lnTo>
                        <a:lnTo>
                          <a:pt x="106680" y="168846"/>
                        </a:lnTo>
                        <a:lnTo>
                          <a:pt x="78549" y="181546"/>
                        </a:lnTo>
                        <a:close/>
                      </a:path>
                    </a:pathLst>
                  </a:custGeom>
                  <a:solidFill>
                    <a:srgbClr val="FF9D2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7" name="Google Shape;567;p26"/>
                  <p:cNvSpPr/>
                  <p:nvPr/>
                </p:nvSpPr>
                <p:spPr>
                  <a:xfrm>
                    <a:off x="5024310" y="2410967"/>
                    <a:ext cx="113538" cy="1815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3538" h="181546" extrusionOk="0">
                        <a:moveTo>
                          <a:pt x="49340" y="81788"/>
                        </a:moveTo>
                        <a:lnTo>
                          <a:pt x="0" y="9462"/>
                        </a:lnTo>
                        <a:lnTo>
                          <a:pt x="26797" y="0"/>
                        </a:lnTo>
                        <a:lnTo>
                          <a:pt x="113538" y="64770"/>
                        </a:lnTo>
                        <a:lnTo>
                          <a:pt x="106680" y="168846"/>
                        </a:lnTo>
                        <a:lnTo>
                          <a:pt x="78549" y="181546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8" name="Google Shape;568;p26"/>
                  <p:cNvSpPr/>
                  <p:nvPr/>
                </p:nvSpPr>
                <p:spPr>
                  <a:xfrm>
                    <a:off x="5265229" y="2249445"/>
                    <a:ext cx="83099" cy="649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099" h="64938" extrusionOk="0">
                        <a:moveTo>
                          <a:pt x="81724" y="11408"/>
                        </a:moveTo>
                        <a:lnTo>
                          <a:pt x="77026" y="4042"/>
                        </a:lnTo>
                        <a:cubicBezTo>
                          <a:pt x="74422" y="-22"/>
                          <a:pt x="69024" y="-1229"/>
                          <a:pt x="64961" y="1375"/>
                        </a:cubicBezTo>
                        <a:lnTo>
                          <a:pt x="0" y="42904"/>
                        </a:lnTo>
                        <a:cubicBezTo>
                          <a:pt x="5017" y="50016"/>
                          <a:pt x="9779" y="57382"/>
                          <a:pt x="14161" y="64939"/>
                        </a:cubicBezTo>
                        <a:lnTo>
                          <a:pt x="79058" y="23473"/>
                        </a:lnTo>
                        <a:cubicBezTo>
                          <a:pt x="83122" y="20870"/>
                          <a:pt x="84328" y="15472"/>
                          <a:pt x="81724" y="11408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9" name="Google Shape;569;p26"/>
                  <p:cNvSpPr/>
                  <p:nvPr/>
                </p:nvSpPr>
                <p:spPr>
                  <a:xfrm>
                    <a:off x="5196141" y="2191343"/>
                    <a:ext cx="83099" cy="649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099" h="64938" extrusionOk="0">
                        <a:moveTo>
                          <a:pt x="81724" y="11408"/>
                        </a:moveTo>
                        <a:lnTo>
                          <a:pt x="77026" y="4042"/>
                        </a:lnTo>
                        <a:cubicBezTo>
                          <a:pt x="74422" y="-22"/>
                          <a:pt x="69024" y="-1229"/>
                          <a:pt x="64961" y="1375"/>
                        </a:cubicBezTo>
                        <a:lnTo>
                          <a:pt x="0" y="42904"/>
                        </a:lnTo>
                        <a:cubicBezTo>
                          <a:pt x="5017" y="50016"/>
                          <a:pt x="9779" y="57382"/>
                          <a:pt x="14161" y="64939"/>
                        </a:cubicBezTo>
                        <a:lnTo>
                          <a:pt x="79058" y="23473"/>
                        </a:lnTo>
                        <a:cubicBezTo>
                          <a:pt x="83122" y="20870"/>
                          <a:pt x="84328" y="15472"/>
                          <a:pt x="81724" y="11408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0" name="Google Shape;570;p26"/>
                  <p:cNvSpPr/>
                  <p:nvPr/>
                </p:nvSpPr>
                <p:spPr>
                  <a:xfrm>
                    <a:off x="5352732" y="2455228"/>
                    <a:ext cx="87344" cy="489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344" h="48956" extrusionOk="0">
                        <a:moveTo>
                          <a:pt x="84264" y="6031"/>
                        </a:moveTo>
                        <a:lnTo>
                          <a:pt x="86932" y="14350"/>
                        </a:lnTo>
                        <a:cubicBezTo>
                          <a:pt x="88392" y="18922"/>
                          <a:pt x="85852" y="23875"/>
                          <a:pt x="81280" y="25335"/>
                        </a:cubicBezTo>
                        <a:lnTo>
                          <a:pt x="7938" y="48957"/>
                        </a:lnTo>
                        <a:cubicBezTo>
                          <a:pt x="5652" y="40512"/>
                          <a:pt x="2984" y="32193"/>
                          <a:pt x="0" y="24001"/>
                        </a:cubicBezTo>
                        <a:lnTo>
                          <a:pt x="73279" y="443"/>
                        </a:lnTo>
                        <a:cubicBezTo>
                          <a:pt x="77851" y="-1081"/>
                          <a:pt x="82740" y="1459"/>
                          <a:pt x="84264" y="603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1" name="Google Shape;571;p26"/>
                  <p:cNvSpPr/>
                  <p:nvPr/>
                </p:nvSpPr>
                <p:spPr>
                  <a:xfrm>
                    <a:off x="5353494" y="2545462"/>
                    <a:ext cx="87344" cy="489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344" h="48957" extrusionOk="0">
                        <a:moveTo>
                          <a:pt x="84265" y="6031"/>
                        </a:moveTo>
                        <a:lnTo>
                          <a:pt x="86932" y="14350"/>
                        </a:lnTo>
                        <a:cubicBezTo>
                          <a:pt x="88392" y="18922"/>
                          <a:pt x="85852" y="23875"/>
                          <a:pt x="81280" y="25335"/>
                        </a:cubicBezTo>
                        <a:lnTo>
                          <a:pt x="7938" y="48957"/>
                        </a:lnTo>
                        <a:cubicBezTo>
                          <a:pt x="5652" y="40512"/>
                          <a:pt x="2984" y="32193"/>
                          <a:pt x="0" y="24002"/>
                        </a:cubicBezTo>
                        <a:lnTo>
                          <a:pt x="73279" y="443"/>
                        </a:lnTo>
                        <a:cubicBezTo>
                          <a:pt x="77851" y="-1081"/>
                          <a:pt x="82804" y="1459"/>
                          <a:pt x="84265" y="603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2" name="Google Shape;572;p26"/>
                  <p:cNvSpPr/>
                  <p:nvPr/>
                </p:nvSpPr>
                <p:spPr>
                  <a:xfrm>
                    <a:off x="5159933" y="2167559"/>
                    <a:ext cx="254772" cy="4829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4772" h="482907" extrusionOk="0">
                        <a:moveTo>
                          <a:pt x="249505" y="207340"/>
                        </a:moveTo>
                        <a:lnTo>
                          <a:pt x="228867" y="190894"/>
                        </a:lnTo>
                        <a:lnTo>
                          <a:pt x="229757" y="164605"/>
                        </a:lnTo>
                        <a:cubicBezTo>
                          <a:pt x="229757" y="164605"/>
                          <a:pt x="62942" y="838"/>
                          <a:pt x="23381" y="13"/>
                        </a:cubicBezTo>
                        <a:cubicBezTo>
                          <a:pt x="-16242" y="-749"/>
                          <a:pt x="6490" y="32779"/>
                          <a:pt x="6490" y="32779"/>
                        </a:cubicBezTo>
                        <a:lnTo>
                          <a:pt x="124346" y="216992"/>
                        </a:lnTo>
                        <a:lnTo>
                          <a:pt x="133998" y="234328"/>
                        </a:lnTo>
                        <a:lnTo>
                          <a:pt x="141872" y="255410"/>
                        </a:lnTo>
                        <a:lnTo>
                          <a:pt x="204991" y="462801"/>
                        </a:lnTo>
                        <a:cubicBezTo>
                          <a:pt x="204991" y="462801"/>
                          <a:pt x="215786" y="501790"/>
                          <a:pt x="240869" y="471183"/>
                        </a:cubicBezTo>
                        <a:cubicBezTo>
                          <a:pt x="265888" y="440512"/>
                          <a:pt x="249505" y="207340"/>
                          <a:pt x="249505" y="20734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3" name="Google Shape;573;p26"/>
                  <p:cNvSpPr/>
                  <p:nvPr/>
                </p:nvSpPr>
                <p:spPr>
                  <a:xfrm>
                    <a:off x="5033490" y="2264417"/>
                    <a:ext cx="560314" cy="256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0314" h="256064" extrusionOk="0">
                        <a:moveTo>
                          <a:pt x="66258" y="194684"/>
                        </a:moveTo>
                        <a:cubicBezTo>
                          <a:pt x="66258" y="194684"/>
                          <a:pt x="359311" y="54920"/>
                          <a:pt x="420398" y="24821"/>
                        </a:cubicBezTo>
                        <a:cubicBezTo>
                          <a:pt x="481485" y="-5278"/>
                          <a:pt x="543144" y="-9913"/>
                          <a:pt x="558574" y="21519"/>
                        </a:cubicBezTo>
                        <a:cubicBezTo>
                          <a:pt x="574005" y="53015"/>
                          <a:pt x="482564" y="95814"/>
                          <a:pt x="452719" y="107244"/>
                        </a:cubicBezTo>
                        <a:cubicBezTo>
                          <a:pt x="422875" y="118674"/>
                          <a:pt x="86388" y="245356"/>
                          <a:pt x="86388" y="245356"/>
                        </a:cubicBezTo>
                        <a:cubicBezTo>
                          <a:pt x="86388" y="245356"/>
                          <a:pt x="4028" y="269868"/>
                          <a:pt x="155" y="244722"/>
                        </a:cubicBezTo>
                        <a:cubicBezTo>
                          <a:pt x="-3718" y="219575"/>
                          <a:pt x="66258" y="194684"/>
                          <a:pt x="66258" y="194684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574" name="Google Shape;574;p26"/>
                <p:cNvSpPr/>
                <p:nvPr/>
              </p:nvSpPr>
              <p:spPr>
                <a:xfrm>
                  <a:off x="5503862" y="2278931"/>
                  <a:ext cx="45767" cy="552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67" h="55265" extrusionOk="0">
                      <a:moveTo>
                        <a:pt x="0" y="2878"/>
                      </a:moveTo>
                      <a:cubicBezTo>
                        <a:pt x="0" y="2878"/>
                        <a:pt x="20129" y="26817"/>
                        <a:pt x="24193" y="55265"/>
                      </a:cubicBezTo>
                      <a:cubicBezTo>
                        <a:pt x="24193" y="55265"/>
                        <a:pt x="53721" y="48471"/>
                        <a:pt x="43688" y="19197"/>
                      </a:cubicBezTo>
                      <a:cubicBezTo>
                        <a:pt x="33591" y="-10140"/>
                        <a:pt x="0" y="2878"/>
                        <a:pt x="0" y="287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575" name="Google Shape;575;p26"/>
          <p:cNvSpPr/>
          <p:nvPr/>
        </p:nvSpPr>
        <p:spPr>
          <a:xfrm>
            <a:off x="7072200" y="635250"/>
            <a:ext cx="1245300" cy="3624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1"/>
                </a:solidFill>
                <a:latin typeface="Barlow"/>
                <a:ea typeface="Barlow"/>
                <a:cs typeface="Barlow"/>
              </a:rPr>
              <a:t>INF2003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60848B-82A5-42B4-63E3-06A0E2A9339B}"/>
              </a:ext>
            </a:extLst>
          </p:cNvPr>
          <p:cNvSpPr txBox="1"/>
          <p:nvPr/>
        </p:nvSpPr>
        <p:spPr>
          <a:xfrm>
            <a:off x="177135" y="4825734"/>
            <a:ext cx="3432591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G"/>
              <a:t>Kinston (2400746)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8"/>
          <p:cNvSpPr/>
          <p:nvPr/>
        </p:nvSpPr>
        <p:spPr>
          <a:xfrm>
            <a:off x="4572000" y="905490"/>
            <a:ext cx="928116" cy="4413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90" name="Google Shape;590;p28"/>
          <p:cNvSpPr/>
          <p:nvPr/>
        </p:nvSpPr>
        <p:spPr>
          <a:xfrm>
            <a:off x="818080" y="2681652"/>
            <a:ext cx="907200" cy="4413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91" name="Google Shape;591;p28"/>
          <p:cNvSpPr/>
          <p:nvPr/>
        </p:nvSpPr>
        <p:spPr>
          <a:xfrm>
            <a:off x="4572000" y="2708352"/>
            <a:ext cx="928116" cy="4413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92" name="Google Shape;592;p28"/>
          <p:cNvSpPr/>
          <p:nvPr/>
        </p:nvSpPr>
        <p:spPr>
          <a:xfrm>
            <a:off x="818080" y="878790"/>
            <a:ext cx="907200" cy="4413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93" name="Google Shape;593;p28"/>
          <p:cNvSpPr txBox="1">
            <a:spLocks noGrp="1"/>
          </p:cNvSpPr>
          <p:nvPr>
            <p:ph type="title"/>
          </p:nvPr>
        </p:nvSpPr>
        <p:spPr>
          <a:xfrm>
            <a:off x="720000" y="154301"/>
            <a:ext cx="77040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24499"/>
              </a:lnSpc>
            </a:pPr>
            <a:r>
              <a:rPr lang="en" sz="3200">
                <a:solidFill>
                  <a:srgbClr val="010149"/>
                </a:solidFill>
                <a:ea typeface="+mn-lt"/>
                <a:cs typeface="+mn-lt"/>
              </a:rPr>
              <a:t>Background &amp; Project Motivation</a:t>
            </a:r>
            <a:endParaRPr lang="en-US"/>
          </a:p>
        </p:txBody>
      </p:sp>
      <p:sp>
        <p:nvSpPr>
          <p:cNvPr id="594" name="Google Shape;594;p28"/>
          <p:cNvSpPr txBox="1">
            <a:spLocks noGrp="1"/>
          </p:cNvSpPr>
          <p:nvPr>
            <p:ph type="subTitle" idx="1"/>
          </p:nvPr>
        </p:nvSpPr>
        <p:spPr>
          <a:xfrm>
            <a:off x="720000" y="1745952"/>
            <a:ext cx="30873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/>
              <a:t>Travel planning can be complicated, users need to visit multiple websites for information </a:t>
            </a:r>
          </a:p>
        </p:txBody>
      </p:sp>
      <p:sp>
        <p:nvSpPr>
          <p:cNvPr id="595" name="Google Shape;595;p28"/>
          <p:cNvSpPr txBox="1">
            <a:spLocks noGrp="1"/>
          </p:cNvSpPr>
          <p:nvPr>
            <p:ph type="subTitle" idx="2"/>
          </p:nvPr>
        </p:nvSpPr>
        <p:spPr>
          <a:xfrm>
            <a:off x="4467154" y="1772653"/>
            <a:ext cx="3158478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Tourism platform that simplifies the entire process</a:t>
            </a:r>
          </a:p>
        </p:txBody>
      </p:sp>
      <p:sp>
        <p:nvSpPr>
          <p:cNvPr id="596" name="Google Shape;596;p28"/>
          <p:cNvSpPr txBox="1">
            <a:spLocks noGrp="1"/>
          </p:cNvSpPr>
          <p:nvPr>
            <p:ph type="subTitle" idx="3"/>
          </p:nvPr>
        </p:nvSpPr>
        <p:spPr>
          <a:xfrm>
            <a:off x="720000" y="3549174"/>
            <a:ext cx="3378044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Modern tourism platforms requires both transactional consistency (bookings/user accounts), and flexible real time content (reviews) </a:t>
            </a:r>
          </a:p>
        </p:txBody>
      </p:sp>
      <p:sp>
        <p:nvSpPr>
          <p:cNvPr id="597" name="Google Shape;597;p28"/>
          <p:cNvSpPr txBox="1">
            <a:spLocks noGrp="1"/>
          </p:cNvSpPr>
          <p:nvPr>
            <p:ph type="subTitle" idx="4"/>
          </p:nvPr>
        </p:nvSpPr>
        <p:spPr>
          <a:xfrm>
            <a:off x="4467154" y="3575875"/>
            <a:ext cx="4388872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Needs a platform built on hybrid architecture that uses SQL for reliable, structured data, and NoSQL for flexibility, like user generated content </a:t>
            </a:r>
          </a:p>
        </p:txBody>
      </p:sp>
      <p:sp>
        <p:nvSpPr>
          <p:cNvPr id="598" name="Google Shape;598;p28"/>
          <p:cNvSpPr txBox="1">
            <a:spLocks noGrp="1"/>
          </p:cNvSpPr>
          <p:nvPr>
            <p:ph type="title" idx="5"/>
          </p:nvPr>
        </p:nvSpPr>
        <p:spPr>
          <a:xfrm>
            <a:off x="985930" y="905490"/>
            <a:ext cx="5715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99" name="Google Shape;599;p28"/>
          <p:cNvSpPr txBox="1">
            <a:spLocks noGrp="1"/>
          </p:cNvSpPr>
          <p:nvPr>
            <p:ph type="title" idx="6"/>
          </p:nvPr>
        </p:nvSpPr>
        <p:spPr>
          <a:xfrm>
            <a:off x="986494" y="2707453"/>
            <a:ext cx="5703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00" name="Google Shape;600;p28"/>
          <p:cNvSpPr txBox="1">
            <a:spLocks noGrp="1"/>
          </p:cNvSpPr>
          <p:nvPr>
            <p:ph type="title" idx="7"/>
          </p:nvPr>
        </p:nvSpPr>
        <p:spPr>
          <a:xfrm>
            <a:off x="4739853" y="932640"/>
            <a:ext cx="584676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01" name="Google Shape;601;p28"/>
          <p:cNvSpPr txBox="1">
            <a:spLocks noGrp="1"/>
          </p:cNvSpPr>
          <p:nvPr>
            <p:ph type="title" idx="8"/>
          </p:nvPr>
        </p:nvSpPr>
        <p:spPr>
          <a:xfrm>
            <a:off x="4739853" y="2734154"/>
            <a:ext cx="584676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602" name="Google Shape;602;p28"/>
          <p:cNvSpPr txBox="1">
            <a:spLocks noGrp="1"/>
          </p:cNvSpPr>
          <p:nvPr>
            <p:ph type="subTitle" idx="9"/>
          </p:nvPr>
        </p:nvSpPr>
        <p:spPr>
          <a:xfrm>
            <a:off x="720000" y="1336600"/>
            <a:ext cx="30873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/>
              <a:t>Planning</a:t>
            </a:r>
            <a:endParaRPr/>
          </a:p>
        </p:txBody>
      </p:sp>
      <p:sp>
        <p:nvSpPr>
          <p:cNvPr id="603" name="Google Shape;603;p28"/>
          <p:cNvSpPr txBox="1">
            <a:spLocks noGrp="1"/>
          </p:cNvSpPr>
          <p:nvPr>
            <p:ph type="subTitle" idx="13"/>
          </p:nvPr>
        </p:nvSpPr>
        <p:spPr>
          <a:xfrm>
            <a:off x="720000" y="3139952"/>
            <a:ext cx="30873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SG"/>
              <a:t>Data &amp; Content Needs</a:t>
            </a:r>
          </a:p>
        </p:txBody>
      </p:sp>
      <p:sp>
        <p:nvSpPr>
          <p:cNvPr id="604" name="Google Shape;604;p28"/>
          <p:cNvSpPr txBox="1">
            <a:spLocks noGrp="1"/>
          </p:cNvSpPr>
          <p:nvPr>
            <p:ph type="subTitle" idx="14"/>
          </p:nvPr>
        </p:nvSpPr>
        <p:spPr>
          <a:xfrm>
            <a:off x="4467149" y="1372592"/>
            <a:ext cx="3158478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SG"/>
              <a:t>Unified Platform</a:t>
            </a:r>
            <a:endParaRPr/>
          </a:p>
        </p:txBody>
      </p:sp>
      <p:sp>
        <p:nvSpPr>
          <p:cNvPr id="605" name="Google Shape;605;p28"/>
          <p:cNvSpPr txBox="1">
            <a:spLocks noGrp="1"/>
          </p:cNvSpPr>
          <p:nvPr>
            <p:ph type="subTitle" idx="15"/>
          </p:nvPr>
        </p:nvSpPr>
        <p:spPr>
          <a:xfrm>
            <a:off x="4467149" y="3166651"/>
            <a:ext cx="3158478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SG"/>
              <a:t>Hybrid Architecture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3FAEF7-C25E-3635-B14D-6B81FB1B028D}"/>
              </a:ext>
            </a:extLst>
          </p:cNvPr>
          <p:cNvSpPr txBox="1"/>
          <p:nvPr/>
        </p:nvSpPr>
        <p:spPr>
          <a:xfrm>
            <a:off x="153197" y="4787774"/>
            <a:ext cx="3432591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G"/>
              <a:t>Kinston (2400746)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2" name="Google Shape;662;p3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6746" t="15197" r="20488" b="13485"/>
          <a:stretch/>
        </p:blipFill>
        <p:spPr>
          <a:xfrm>
            <a:off x="5197975" y="1374425"/>
            <a:ext cx="3232800" cy="2913000"/>
          </a:xfrm>
          <a:prstGeom prst="roundRect">
            <a:avLst>
              <a:gd name="adj" fmla="val 10957"/>
            </a:avLst>
          </a:prstGeom>
        </p:spPr>
      </p:pic>
      <p:sp>
        <p:nvSpPr>
          <p:cNvPr id="663" name="Google Shape;663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/>
              <a:t>System Description</a:t>
            </a:r>
          </a:p>
        </p:txBody>
      </p:sp>
      <p:sp>
        <p:nvSpPr>
          <p:cNvPr id="664" name="Google Shape;664;p31"/>
          <p:cNvSpPr txBox="1">
            <a:spLocks noGrp="1"/>
          </p:cNvSpPr>
          <p:nvPr>
            <p:ph type="body" idx="1"/>
          </p:nvPr>
        </p:nvSpPr>
        <p:spPr>
          <a:xfrm>
            <a:off x="547854" y="994573"/>
            <a:ext cx="4583486" cy="25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u="sng"/>
              <a:t>Main Application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Browse attractions, hotels, food places, concerts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View details + images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Book hotels and concerts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Leave reviews (NoSQL)</a:t>
            </a:r>
          </a:p>
          <a:p>
            <a:pPr>
              <a:lnSpc>
                <a:spcPct val="114999"/>
              </a:lnSpc>
            </a:pPr>
            <a:r>
              <a:rPr lang="en-US"/>
              <a:t>Itineraries (NoSQL)</a:t>
            </a:r>
          </a:p>
          <a:p>
            <a:r>
              <a:rPr lang="en-US"/>
              <a:t>AI chatbot integration (SQL &amp; NoSQL)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Secure user authentication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/>
          </a:p>
        </p:txBody>
      </p:sp>
      <p:grpSp>
        <p:nvGrpSpPr>
          <p:cNvPr id="665" name="Google Shape;665;p31"/>
          <p:cNvGrpSpPr/>
          <p:nvPr/>
        </p:nvGrpSpPr>
        <p:grpSpPr>
          <a:xfrm>
            <a:off x="5673519" y="1148343"/>
            <a:ext cx="799586" cy="288760"/>
            <a:chOff x="10607230" y="6115367"/>
            <a:chExt cx="571500" cy="206375"/>
          </a:xfrm>
        </p:grpSpPr>
        <p:sp>
          <p:nvSpPr>
            <p:cNvPr id="666" name="Google Shape;666;p31"/>
            <p:cNvSpPr/>
            <p:nvPr/>
          </p:nvSpPr>
          <p:spPr>
            <a:xfrm>
              <a:off x="10607230" y="6115367"/>
              <a:ext cx="412750" cy="206375"/>
            </a:xfrm>
            <a:custGeom>
              <a:avLst/>
              <a:gdLst/>
              <a:ahLst/>
              <a:cxnLst/>
              <a:rect l="l" t="t" r="r" b="b"/>
              <a:pathLst>
                <a:path w="412750" h="206375" extrusionOk="0">
                  <a:moveTo>
                    <a:pt x="0" y="206375"/>
                  </a:moveTo>
                  <a:cubicBezTo>
                    <a:pt x="0" y="92392"/>
                    <a:pt x="92392" y="0"/>
                    <a:pt x="206375" y="0"/>
                  </a:cubicBezTo>
                  <a:cubicBezTo>
                    <a:pt x="320357" y="0"/>
                    <a:pt x="412750" y="92392"/>
                    <a:pt x="412750" y="206375"/>
                  </a:cubicBezTo>
                  <a:lnTo>
                    <a:pt x="0" y="20637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31"/>
            <p:cNvSpPr/>
            <p:nvPr/>
          </p:nvSpPr>
          <p:spPr>
            <a:xfrm>
              <a:off x="10956480" y="6210617"/>
              <a:ext cx="222250" cy="111125"/>
            </a:xfrm>
            <a:custGeom>
              <a:avLst/>
              <a:gdLst/>
              <a:ahLst/>
              <a:cxnLst/>
              <a:rect l="l" t="t" r="r" b="b"/>
              <a:pathLst>
                <a:path w="222250" h="111125" extrusionOk="0">
                  <a:moveTo>
                    <a:pt x="0" y="111125"/>
                  </a:moveTo>
                  <a:cubicBezTo>
                    <a:pt x="0" y="49721"/>
                    <a:pt x="49784" y="0"/>
                    <a:pt x="111125" y="0"/>
                  </a:cubicBezTo>
                  <a:cubicBezTo>
                    <a:pt x="172529" y="0"/>
                    <a:pt x="222250" y="49721"/>
                    <a:pt x="222250" y="111125"/>
                  </a:cubicBezTo>
                  <a:lnTo>
                    <a:pt x="0" y="1111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8" name="Google Shape;668;p31"/>
          <p:cNvGrpSpPr/>
          <p:nvPr/>
        </p:nvGrpSpPr>
        <p:grpSpPr>
          <a:xfrm>
            <a:off x="6473101" y="1866451"/>
            <a:ext cx="3973059" cy="3457117"/>
            <a:chOff x="6473101" y="1866451"/>
            <a:chExt cx="3973059" cy="3457117"/>
          </a:xfrm>
        </p:grpSpPr>
        <p:grpSp>
          <p:nvGrpSpPr>
            <p:cNvPr id="669" name="Google Shape;669;p31"/>
            <p:cNvGrpSpPr/>
            <p:nvPr/>
          </p:nvGrpSpPr>
          <p:grpSpPr>
            <a:xfrm>
              <a:off x="6659025" y="3998386"/>
              <a:ext cx="1711414" cy="483681"/>
              <a:chOff x="10448480" y="3783774"/>
              <a:chExt cx="730250" cy="206375"/>
            </a:xfrm>
          </p:grpSpPr>
          <p:sp>
            <p:nvSpPr>
              <p:cNvPr id="670" name="Google Shape;670;p31"/>
              <p:cNvSpPr/>
              <p:nvPr/>
            </p:nvSpPr>
            <p:spPr>
              <a:xfrm>
                <a:off x="10607230" y="3783774"/>
                <a:ext cx="412750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412750" h="206375" extrusionOk="0">
                    <a:moveTo>
                      <a:pt x="0" y="206375"/>
                    </a:moveTo>
                    <a:cubicBezTo>
                      <a:pt x="0" y="92392"/>
                      <a:pt x="92392" y="0"/>
                      <a:pt x="206375" y="0"/>
                    </a:cubicBezTo>
                    <a:cubicBezTo>
                      <a:pt x="320357" y="0"/>
                      <a:pt x="412750" y="92392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1" name="Google Shape;671;p31"/>
              <p:cNvSpPr/>
              <p:nvPr/>
            </p:nvSpPr>
            <p:spPr>
              <a:xfrm>
                <a:off x="10448480" y="3879024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 extrusionOk="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529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2" name="Google Shape;672;p31"/>
              <p:cNvSpPr/>
              <p:nvPr/>
            </p:nvSpPr>
            <p:spPr>
              <a:xfrm>
                <a:off x="10956480" y="3879024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 extrusionOk="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529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73" name="Google Shape;673;p31"/>
            <p:cNvSpPr/>
            <p:nvPr/>
          </p:nvSpPr>
          <p:spPr>
            <a:xfrm rot="-2137472">
              <a:off x="6568075" y="2824013"/>
              <a:ext cx="3783111" cy="1541993"/>
            </a:xfrm>
            <a:custGeom>
              <a:avLst/>
              <a:gdLst/>
              <a:ahLst/>
              <a:cxnLst/>
              <a:rect l="l" t="t" r="r" b="b"/>
              <a:pathLst>
                <a:path w="597979" h="254919" extrusionOk="0">
                  <a:moveTo>
                    <a:pt x="0" y="254762"/>
                  </a:moveTo>
                  <a:cubicBezTo>
                    <a:pt x="29654" y="256731"/>
                    <a:pt x="57658" y="239967"/>
                    <a:pt x="78549" y="218821"/>
                  </a:cubicBezTo>
                  <a:cubicBezTo>
                    <a:pt x="99378" y="197676"/>
                    <a:pt x="115062" y="172021"/>
                    <a:pt x="134429" y="149416"/>
                  </a:cubicBezTo>
                  <a:cubicBezTo>
                    <a:pt x="153797" y="126873"/>
                    <a:pt x="178498" y="106680"/>
                    <a:pt x="207899" y="102489"/>
                  </a:cubicBezTo>
                  <a:cubicBezTo>
                    <a:pt x="229870" y="99378"/>
                    <a:pt x="253936" y="106490"/>
                    <a:pt x="267970" y="123635"/>
                  </a:cubicBezTo>
                  <a:cubicBezTo>
                    <a:pt x="282004" y="140779"/>
                    <a:pt x="283464" y="168212"/>
                    <a:pt x="268669" y="184785"/>
                  </a:cubicBezTo>
                  <a:cubicBezTo>
                    <a:pt x="258635" y="196024"/>
                    <a:pt x="237617" y="199390"/>
                    <a:pt x="229870" y="186436"/>
                  </a:cubicBezTo>
                  <a:cubicBezTo>
                    <a:pt x="223457" y="175641"/>
                    <a:pt x="231267" y="160909"/>
                    <a:pt x="242507" y="155257"/>
                  </a:cubicBezTo>
                  <a:cubicBezTo>
                    <a:pt x="253746" y="149606"/>
                    <a:pt x="266954" y="150304"/>
                    <a:pt x="279591" y="150559"/>
                  </a:cubicBezTo>
                  <a:cubicBezTo>
                    <a:pt x="401193" y="152845"/>
                    <a:pt x="522605" y="95504"/>
                    <a:pt x="597979" y="0"/>
                  </a:cubicBezTo>
                </a:path>
              </a:pathLst>
            </a:custGeom>
            <a:noFill/>
            <a:ln w="12700" cap="rnd" cmpd="sng">
              <a:solidFill>
                <a:schemeClr val="accent5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Google Shape;664;p31">
            <a:extLst>
              <a:ext uri="{FF2B5EF4-FFF2-40B4-BE49-F238E27FC236}">
                <a16:creationId xmlns:a16="http://schemas.microsoft.com/office/drawing/2014/main" id="{6F83FAFF-F1C5-6D0A-8489-529BA814CBAE}"/>
              </a:ext>
            </a:extLst>
          </p:cNvPr>
          <p:cNvSpPr txBox="1">
            <a:spLocks/>
          </p:cNvSpPr>
          <p:nvPr/>
        </p:nvSpPr>
        <p:spPr>
          <a:xfrm>
            <a:off x="552019" y="3242056"/>
            <a:ext cx="4457026" cy="1045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139700" lvl="0" indent="0">
              <a:buNone/>
            </a:pPr>
            <a:r>
              <a:rPr lang="en-US" b="1" u="sng"/>
              <a:t>Datasets usage</a:t>
            </a:r>
          </a:p>
          <a:p>
            <a:pPr lvl="0"/>
            <a:r>
              <a:rPr lang="en-US"/>
              <a:t>Data.gov.sg — Attractions, hotels, food places</a:t>
            </a:r>
          </a:p>
          <a:p>
            <a:pPr lvl="0"/>
            <a:r>
              <a:rPr lang="en-US"/>
              <a:t>Kaggle — Concerts, event datasets</a:t>
            </a:r>
          </a:p>
          <a:p>
            <a:pPr lvl="0"/>
            <a:r>
              <a:rPr lang="en-US"/>
              <a:t>Tourism APIs — Additional details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B16E06-788B-C264-9214-3E7F24692555}"/>
              </a:ext>
            </a:extLst>
          </p:cNvPr>
          <p:cNvSpPr txBox="1"/>
          <p:nvPr/>
        </p:nvSpPr>
        <p:spPr>
          <a:xfrm>
            <a:off x="177135" y="4698475"/>
            <a:ext cx="3432591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G"/>
              <a:t>Kinston (2400746)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2"/>
          <p:cNvSpPr txBox="1">
            <a:spLocks noGrp="1"/>
          </p:cNvSpPr>
          <p:nvPr>
            <p:ph type="title"/>
          </p:nvPr>
        </p:nvSpPr>
        <p:spPr>
          <a:xfrm>
            <a:off x="713250" y="85102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800"/>
              <a:t>System 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E1FD76-E45C-B926-7DD5-C53F96781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405" y="657802"/>
            <a:ext cx="7633189" cy="39777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5B7E00B-CE8B-2D87-220E-69775E4C438C}"/>
              </a:ext>
            </a:extLst>
          </p:cNvPr>
          <p:cNvSpPr txBox="1"/>
          <p:nvPr/>
        </p:nvSpPr>
        <p:spPr>
          <a:xfrm>
            <a:off x="1514688" y="4835723"/>
            <a:ext cx="3432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Jeston [2402030]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>
          <a:extLst>
            <a:ext uri="{FF2B5EF4-FFF2-40B4-BE49-F238E27FC236}">
              <a16:creationId xmlns:a16="http://schemas.microsoft.com/office/drawing/2014/main" id="{A437D27D-50B7-724E-4112-07240A2A8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2">
            <a:extLst>
              <a:ext uri="{FF2B5EF4-FFF2-40B4-BE49-F238E27FC236}">
                <a16:creationId xmlns:a16="http://schemas.microsoft.com/office/drawing/2014/main" id="{3C4B695F-3BE2-2A45-23B3-B590CD4313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7070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/>
              <a:t>ER Diagram</a:t>
            </a:r>
            <a:endParaRPr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FCD6E01-0218-7660-B835-31C230343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987" y="760035"/>
            <a:ext cx="4361517" cy="416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C7024A3-8E1C-4EAE-51A5-CF424002E071}"/>
              </a:ext>
            </a:extLst>
          </p:cNvPr>
          <p:cNvSpPr txBox="1"/>
          <p:nvPr/>
        </p:nvSpPr>
        <p:spPr>
          <a:xfrm>
            <a:off x="0" y="4075688"/>
            <a:ext cx="3432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Jeston [2402030]</a:t>
            </a:r>
          </a:p>
        </p:txBody>
      </p:sp>
    </p:spTree>
    <p:extLst>
      <p:ext uri="{BB962C8B-B14F-4D97-AF65-F5344CB8AC3E}">
        <p14:creationId xmlns:p14="http://schemas.microsoft.com/office/powerpoint/2010/main" val="2163338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6">
          <a:extLst>
            <a:ext uri="{FF2B5EF4-FFF2-40B4-BE49-F238E27FC236}">
              <a16:creationId xmlns:a16="http://schemas.microsoft.com/office/drawing/2014/main" id="{78B9DE74-07F4-26FF-75DA-B6A315ACE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33">
            <a:extLst>
              <a:ext uri="{FF2B5EF4-FFF2-40B4-BE49-F238E27FC236}">
                <a16:creationId xmlns:a16="http://schemas.microsoft.com/office/drawing/2014/main" id="{1B2CCFF1-9371-4C3E-6853-5A75537BDF9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72567" y="3635952"/>
            <a:ext cx="4254169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Composite indexes on (region, hotel_name)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Category-based index for attractions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Improved query performance for heavy search &amp; filtering</a:t>
            </a:r>
            <a:endParaRPr/>
          </a:p>
        </p:txBody>
      </p:sp>
      <p:sp>
        <p:nvSpPr>
          <p:cNvPr id="688" name="Google Shape;688;p33">
            <a:extLst>
              <a:ext uri="{FF2B5EF4-FFF2-40B4-BE49-F238E27FC236}">
                <a16:creationId xmlns:a16="http://schemas.microsoft.com/office/drawing/2014/main" id="{0B21CA78-F4D7-4237-2EA4-7BFEAA7082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SG"/>
              <a:t>Relational Database</a:t>
            </a:r>
            <a:endParaRPr/>
          </a:p>
        </p:txBody>
      </p:sp>
      <p:sp>
        <p:nvSpPr>
          <p:cNvPr id="689" name="Google Shape;689;p33">
            <a:extLst>
              <a:ext uri="{FF2B5EF4-FFF2-40B4-BE49-F238E27FC236}">
                <a16:creationId xmlns:a16="http://schemas.microsoft.com/office/drawing/2014/main" id="{354CB319-E283-AFAA-4DA7-E69DC0D9828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84023" y="2123700"/>
            <a:ext cx="4414868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lnSpc>
                <a:spcPct val="124499"/>
              </a:lnSpc>
            </a:pPr>
            <a:r>
              <a:rPr lang="en" sz="1000">
                <a:solidFill>
                  <a:srgbClr val="A626A4"/>
                </a:solidFill>
                <a:latin typeface="Consolas"/>
              </a:rPr>
              <a:t>SELECT</a:t>
            </a:r>
            <a:r>
              <a:rPr lang="en" sz="1000">
                <a:solidFill>
                  <a:srgbClr val="0F1115"/>
                </a:solidFill>
                <a:latin typeface="Consolas"/>
              </a:rPr>
              <a:t> b</a:t>
            </a:r>
            <a:r>
              <a:rPr lang="en" sz="1000">
                <a:solidFill>
                  <a:srgbClr val="383A42"/>
                </a:solidFill>
                <a:latin typeface="Consolas"/>
              </a:rPr>
              <a:t>.</a:t>
            </a:r>
            <a:r>
              <a:rPr lang="en" sz="1000">
                <a:solidFill>
                  <a:srgbClr val="0F1115"/>
                </a:solidFill>
                <a:latin typeface="Consolas"/>
              </a:rPr>
              <a:t>booking_id</a:t>
            </a:r>
            <a:r>
              <a:rPr lang="en" sz="1000">
                <a:solidFill>
                  <a:srgbClr val="383A42"/>
                </a:solidFill>
                <a:latin typeface="Consolas"/>
              </a:rPr>
              <a:t>,</a:t>
            </a:r>
            <a:r>
              <a:rPr lang="en" sz="1000">
                <a:solidFill>
                  <a:srgbClr val="0F1115"/>
                </a:solidFill>
                <a:latin typeface="Consolas"/>
              </a:rPr>
              <a:t> u</a:t>
            </a:r>
            <a:r>
              <a:rPr lang="en" sz="1000">
                <a:solidFill>
                  <a:srgbClr val="383A42"/>
                </a:solidFill>
                <a:latin typeface="Consolas"/>
              </a:rPr>
              <a:t>.</a:t>
            </a:r>
            <a:r>
              <a:rPr lang="en" sz="1000">
                <a:solidFill>
                  <a:srgbClr val="0F1115"/>
                </a:solidFill>
                <a:latin typeface="Consolas"/>
              </a:rPr>
              <a:t>name</a:t>
            </a:r>
            <a:r>
              <a:rPr lang="en" sz="1000">
                <a:solidFill>
                  <a:srgbClr val="383A42"/>
                </a:solidFill>
                <a:latin typeface="Consolas"/>
              </a:rPr>
              <a:t>,</a:t>
            </a:r>
            <a:r>
              <a:rPr lang="en" sz="1000">
                <a:solidFill>
                  <a:srgbClr val="0F1115"/>
                </a:solidFill>
                <a:latin typeface="Consolas"/>
              </a:rPr>
              <a:t> c</a:t>
            </a:r>
            <a:r>
              <a:rPr lang="en" sz="1000">
                <a:solidFill>
                  <a:srgbClr val="383A42"/>
                </a:solidFill>
                <a:latin typeface="Consolas"/>
              </a:rPr>
              <a:t>.</a:t>
            </a:r>
            <a:r>
              <a:rPr lang="en" sz="1000">
                <a:solidFill>
                  <a:srgbClr val="0F1115"/>
                </a:solidFill>
                <a:latin typeface="Consolas"/>
              </a:rPr>
              <a:t>name </a:t>
            </a:r>
            <a:r>
              <a:rPr lang="en" sz="1000">
                <a:solidFill>
                  <a:srgbClr val="A626A4"/>
                </a:solidFill>
                <a:latin typeface="Consolas"/>
              </a:rPr>
              <a:t>AS</a:t>
            </a:r>
            <a:r>
              <a:rPr lang="en" sz="1000">
                <a:solidFill>
                  <a:srgbClr val="0F1115"/>
                </a:solidFill>
                <a:latin typeface="Consolas"/>
              </a:rPr>
              <a:t> concert_name</a:t>
            </a:r>
            <a:r>
              <a:rPr lang="en" sz="1000">
                <a:solidFill>
                  <a:srgbClr val="383A42"/>
                </a:solidFill>
                <a:latin typeface="Consolas"/>
              </a:rPr>
              <a:t>,</a:t>
            </a:r>
            <a:r>
              <a:rPr lang="en" sz="1000">
                <a:solidFill>
                  <a:srgbClr val="0F1115"/>
                </a:solidFill>
                <a:latin typeface="Consolas"/>
              </a:rPr>
              <a:t> b</a:t>
            </a:r>
            <a:r>
              <a:rPr lang="en" sz="1000">
                <a:solidFill>
                  <a:srgbClr val="383A42"/>
                </a:solidFill>
                <a:latin typeface="Consolas"/>
              </a:rPr>
              <a:t>.</a:t>
            </a:r>
            <a:r>
              <a:rPr lang="en" sz="1000">
                <a:solidFill>
                  <a:srgbClr val="0F1115"/>
                </a:solidFill>
                <a:latin typeface="Consolas"/>
              </a:rPr>
              <a:t>qty
</a:t>
            </a:r>
            <a:r>
              <a:rPr lang="en" sz="1000">
                <a:solidFill>
                  <a:srgbClr val="A626A4"/>
                </a:solidFill>
                <a:latin typeface="Consolas"/>
              </a:rPr>
              <a:t>FROM</a:t>
            </a:r>
            <a:r>
              <a:rPr lang="en" sz="1000">
                <a:solidFill>
                  <a:srgbClr val="0F1115"/>
                </a:solidFill>
                <a:latin typeface="Consolas"/>
              </a:rPr>
              <a:t> bookings b
</a:t>
            </a:r>
            <a:r>
              <a:rPr lang="en" sz="1000">
                <a:solidFill>
                  <a:srgbClr val="A626A4"/>
                </a:solidFill>
                <a:latin typeface="Consolas"/>
              </a:rPr>
              <a:t>JOIN</a:t>
            </a:r>
            <a:r>
              <a:rPr lang="en" sz="1000">
                <a:solidFill>
                  <a:srgbClr val="0F1115"/>
                </a:solidFill>
                <a:latin typeface="Consolas"/>
              </a:rPr>
              <a:t> users u </a:t>
            </a:r>
            <a:r>
              <a:rPr lang="en" sz="1000">
                <a:solidFill>
                  <a:srgbClr val="A626A4"/>
                </a:solidFill>
                <a:latin typeface="Consolas"/>
              </a:rPr>
              <a:t>ON</a:t>
            </a:r>
            <a:r>
              <a:rPr lang="en" sz="1000">
                <a:solidFill>
                  <a:srgbClr val="0F1115"/>
                </a:solidFill>
                <a:latin typeface="Consolas"/>
              </a:rPr>
              <a:t> b</a:t>
            </a:r>
            <a:r>
              <a:rPr lang="en" sz="1000">
                <a:solidFill>
                  <a:srgbClr val="383A42"/>
                </a:solidFill>
                <a:latin typeface="Consolas"/>
              </a:rPr>
              <a:t>.</a:t>
            </a:r>
            <a:r>
              <a:rPr lang="en" sz="1000">
                <a:solidFill>
                  <a:srgbClr val="0F1115"/>
                </a:solidFill>
                <a:latin typeface="Consolas"/>
              </a:rPr>
              <a:t>user_id </a:t>
            </a:r>
            <a:r>
              <a:rPr lang="en" sz="1000">
                <a:solidFill>
                  <a:srgbClr val="4078F2"/>
                </a:solidFill>
                <a:latin typeface="Consolas"/>
              </a:rPr>
              <a:t>=</a:t>
            </a:r>
            <a:r>
              <a:rPr lang="en" sz="1000">
                <a:solidFill>
                  <a:srgbClr val="0F1115"/>
                </a:solidFill>
                <a:latin typeface="Consolas"/>
              </a:rPr>
              <a:t> u</a:t>
            </a:r>
            <a:r>
              <a:rPr lang="en" sz="1000">
                <a:solidFill>
                  <a:srgbClr val="383A42"/>
                </a:solidFill>
                <a:latin typeface="Consolas"/>
              </a:rPr>
              <a:t>.</a:t>
            </a:r>
            <a:r>
              <a:rPr lang="en" sz="1000">
                <a:solidFill>
                  <a:srgbClr val="0F1115"/>
                </a:solidFill>
                <a:latin typeface="Consolas"/>
              </a:rPr>
              <a:t>user_id
</a:t>
            </a:r>
            <a:r>
              <a:rPr lang="en" sz="1000">
                <a:solidFill>
                  <a:srgbClr val="A626A4"/>
                </a:solidFill>
                <a:latin typeface="Consolas"/>
              </a:rPr>
              <a:t>JOIN</a:t>
            </a:r>
            <a:r>
              <a:rPr lang="en" sz="1000">
                <a:solidFill>
                  <a:srgbClr val="0F1115"/>
                </a:solidFill>
                <a:latin typeface="Consolas"/>
              </a:rPr>
              <a:t> concerts c </a:t>
            </a:r>
            <a:r>
              <a:rPr lang="en" sz="1000">
                <a:solidFill>
                  <a:srgbClr val="A626A4"/>
                </a:solidFill>
                <a:latin typeface="Consolas"/>
              </a:rPr>
              <a:t>ON</a:t>
            </a:r>
            <a:r>
              <a:rPr lang="en" sz="1000">
                <a:solidFill>
                  <a:srgbClr val="0F1115"/>
                </a:solidFill>
                <a:latin typeface="Consolas"/>
              </a:rPr>
              <a:t> b</a:t>
            </a:r>
            <a:r>
              <a:rPr lang="en" sz="1000">
                <a:solidFill>
                  <a:srgbClr val="383A42"/>
                </a:solidFill>
                <a:latin typeface="Consolas"/>
              </a:rPr>
              <a:t>.</a:t>
            </a:r>
            <a:r>
              <a:rPr lang="en" sz="1000">
                <a:solidFill>
                  <a:srgbClr val="0F1115"/>
                </a:solidFill>
                <a:latin typeface="Consolas"/>
              </a:rPr>
              <a:t>concert_id </a:t>
            </a:r>
            <a:r>
              <a:rPr lang="en" sz="1000">
                <a:solidFill>
                  <a:srgbClr val="4078F2"/>
                </a:solidFill>
                <a:latin typeface="Consolas"/>
              </a:rPr>
              <a:t>=</a:t>
            </a:r>
            <a:r>
              <a:rPr lang="en" sz="1000">
                <a:solidFill>
                  <a:srgbClr val="0F1115"/>
                </a:solidFill>
                <a:latin typeface="Consolas"/>
              </a:rPr>
              <a:t> c</a:t>
            </a:r>
            <a:r>
              <a:rPr lang="en" sz="1000">
                <a:solidFill>
                  <a:srgbClr val="383A42"/>
                </a:solidFill>
                <a:latin typeface="Consolas"/>
              </a:rPr>
              <a:t>.</a:t>
            </a:r>
            <a:r>
              <a:rPr lang="en" sz="1000">
                <a:solidFill>
                  <a:srgbClr val="0F1115"/>
                </a:solidFill>
                <a:latin typeface="Consolas"/>
              </a:rPr>
              <a:t>concert_id</a:t>
            </a:r>
            <a:r>
              <a:rPr lang="en" sz="1000">
                <a:solidFill>
                  <a:srgbClr val="383A42"/>
                </a:solidFill>
                <a:latin typeface="Consolas"/>
              </a:rPr>
              <a:t>;</a:t>
            </a:r>
            <a:endParaRPr lang="en" sz="1000"/>
          </a:p>
        </p:txBody>
      </p:sp>
      <p:sp>
        <p:nvSpPr>
          <p:cNvPr id="690" name="Google Shape;690;p33">
            <a:extLst>
              <a:ext uri="{FF2B5EF4-FFF2-40B4-BE49-F238E27FC236}">
                <a16:creationId xmlns:a16="http://schemas.microsoft.com/office/drawing/2014/main" id="{39E6A7C8-A2DC-4075-4373-A32EEC8A03F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384245" y="2033425"/>
            <a:ext cx="3630494" cy="11789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UNIQUE(emails) to prevent duplicate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NOT NULL on critical fields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Foreign keys with CASCADE rules to maintain booking integrity</a:t>
            </a:r>
          </a:p>
        </p:txBody>
      </p:sp>
      <p:sp>
        <p:nvSpPr>
          <p:cNvPr id="691" name="Google Shape;691;p33">
            <a:extLst>
              <a:ext uri="{FF2B5EF4-FFF2-40B4-BE49-F238E27FC236}">
                <a16:creationId xmlns:a16="http://schemas.microsoft.com/office/drawing/2014/main" id="{5A4B02BD-2031-BB5C-9060-57E5EFD02C27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5466933" y="3635652"/>
            <a:ext cx="337676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All queries use prepared statements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Prevents SQL injection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Ensures safer user authentication and booking creation</a:t>
            </a:r>
            <a:endParaRPr/>
          </a:p>
        </p:txBody>
      </p:sp>
      <p:sp>
        <p:nvSpPr>
          <p:cNvPr id="694" name="Google Shape;694;p33">
            <a:extLst>
              <a:ext uri="{FF2B5EF4-FFF2-40B4-BE49-F238E27FC236}">
                <a16:creationId xmlns:a16="http://schemas.microsoft.com/office/drawing/2014/main" id="{4B16B726-73C1-50B8-7D2B-EDAA9B70D2E0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372567" y="1656795"/>
            <a:ext cx="4414868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Complex Query Operations: Advanced Joins </a:t>
            </a:r>
          </a:p>
        </p:txBody>
      </p:sp>
      <p:sp>
        <p:nvSpPr>
          <p:cNvPr id="695" name="Google Shape;695;p33">
            <a:extLst>
              <a:ext uri="{FF2B5EF4-FFF2-40B4-BE49-F238E27FC236}">
                <a16:creationId xmlns:a16="http://schemas.microsoft.com/office/drawing/2014/main" id="{A22309C1-A5C9-BDE7-B8FC-AE089CAB2C5E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4626736" y="1665759"/>
            <a:ext cx="3504683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/>
              <a:t>Robust Constraints: </a:t>
            </a:r>
          </a:p>
        </p:txBody>
      </p:sp>
      <p:sp>
        <p:nvSpPr>
          <p:cNvPr id="697" name="Google Shape;697;p33">
            <a:extLst>
              <a:ext uri="{FF2B5EF4-FFF2-40B4-BE49-F238E27FC236}">
                <a16:creationId xmlns:a16="http://schemas.microsoft.com/office/drawing/2014/main" id="{ACA7A4FC-C03B-9C96-0071-DDCF62C0C430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168327" y="3143052"/>
            <a:ext cx="24831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SG" sz="1600"/>
              <a:t>Index Optimization</a:t>
            </a:r>
            <a:endParaRPr sz="1600"/>
          </a:p>
        </p:txBody>
      </p:sp>
      <p:sp>
        <p:nvSpPr>
          <p:cNvPr id="698" name="Google Shape;698;p33">
            <a:extLst>
              <a:ext uri="{FF2B5EF4-FFF2-40B4-BE49-F238E27FC236}">
                <a16:creationId xmlns:a16="http://schemas.microsoft.com/office/drawing/2014/main" id="{D3E69F0A-14C1-BED7-B381-1DDC32917360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5466933" y="3177263"/>
            <a:ext cx="35810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/>
            <a:r>
              <a:rPr lang="en-SG" sz="1600"/>
              <a:t>Secure Prepared Statements</a:t>
            </a:r>
            <a:endParaRPr sz="1600"/>
          </a:p>
        </p:txBody>
      </p:sp>
      <p:sp>
        <p:nvSpPr>
          <p:cNvPr id="2" name="Google Shape;1009;p42">
            <a:extLst>
              <a:ext uri="{FF2B5EF4-FFF2-40B4-BE49-F238E27FC236}">
                <a16:creationId xmlns:a16="http://schemas.microsoft.com/office/drawing/2014/main" id="{803DF20F-0655-6EDD-BED9-4C557F2E49C0}"/>
              </a:ext>
            </a:extLst>
          </p:cNvPr>
          <p:cNvSpPr txBox="1"/>
          <p:nvPr/>
        </p:nvSpPr>
        <p:spPr>
          <a:xfrm>
            <a:off x="720000" y="1150106"/>
            <a:ext cx="7704000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Normalized Schema (3NF): Ensure that all non-key attributes depends solely on the primary key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B5B3FB-AD37-899C-B436-A43FB02D49AF}"/>
              </a:ext>
            </a:extLst>
          </p:cNvPr>
          <p:cNvSpPr txBox="1"/>
          <p:nvPr/>
        </p:nvSpPr>
        <p:spPr>
          <a:xfrm>
            <a:off x="-59200" y="4887365"/>
            <a:ext cx="3432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Jeston [2402030]</a:t>
            </a:r>
          </a:p>
        </p:txBody>
      </p:sp>
    </p:spTree>
    <p:extLst>
      <p:ext uri="{BB962C8B-B14F-4D97-AF65-F5344CB8AC3E}">
        <p14:creationId xmlns:p14="http://schemas.microsoft.com/office/powerpoint/2010/main" val="1925808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D770CD3-35AC-6655-B8D0-27AD14517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53" y="124558"/>
            <a:ext cx="7704000" cy="572700"/>
          </a:xfrm>
        </p:spPr>
        <p:txBody>
          <a:bodyPr/>
          <a:lstStyle/>
          <a:p>
            <a:pPr algn="l"/>
            <a:r>
              <a:rPr lang="en-GB"/>
              <a:t>SQL Demo in our webpage</a:t>
            </a:r>
            <a:endParaRPr lang="en-US"/>
          </a:p>
        </p:txBody>
      </p:sp>
      <p:pic>
        <p:nvPicPr>
          <p:cNvPr id="15" name="Picture 14" descr="A screenshot of a website&#10;&#10;AI-generated content may be incorrect.">
            <a:extLst>
              <a:ext uri="{FF2B5EF4-FFF2-40B4-BE49-F238E27FC236}">
                <a16:creationId xmlns:a16="http://schemas.microsoft.com/office/drawing/2014/main" id="{D0753DBC-136D-0BEE-19CD-CB6403F2C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" y="1011146"/>
            <a:ext cx="2927460" cy="3571840"/>
          </a:xfrm>
          <a:prstGeom prst="rect">
            <a:avLst/>
          </a:prstGeom>
        </p:spPr>
      </p:pic>
      <p:pic>
        <p:nvPicPr>
          <p:cNvPr id="17" name="Picture 16" descr="A screenshot of a map&#10;&#10;AI-generated content may be incorrect.">
            <a:extLst>
              <a:ext uri="{FF2B5EF4-FFF2-40B4-BE49-F238E27FC236}">
                <a16:creationId xmlns:a16="http://schemas.microsoft.com/office/drawing/2014/main" id="{5D8AE2FA-482F-0261-E1EA-5B0512599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7302" y="1009770"/>
            <a:ext cx="2878567" cy="3439683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D8B42F33-BD30-8086-778C-B163F60961E0}"/>
              </a:ext>
            </a:extLst>
          </p:cNvPr>
          <p:cNvSpPr/>
          <p:nvPr/>
        </p:nvSpPr>
        <p:spPr>
          <a:xfrm>
            <a:off x="3095114" y="2509408"/>
            <a:ext cx="325002" cy="287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2" name="Picture 1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7BE7EFCB-5313-7BB1-47AF-8D3FC7A2EC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760" y="1509915"/>
            <a:ext cx="2623745" cy="24313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CBCC70-B7C3-5558-99FB-9D3FD7C7B6D5}"/>
              </a:ext>
            </a:extLst>
          </p:cNvPr>
          <p:cNvSpPr txBox="1"/>
          <p:nvPr/>
        </p:nvSpPr>
        <p:spPr>
          <a:xfrm>
            <a:off x="116453" y="4744999"/>
            <a:ext cx="3432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Asher</a:t>
            </a:r>
          </a:p>
        </p:txBody>
      </p:sp>
    </p:spTree>
    <p:extLst>
      <p:ext uri="{BB962C8B-B14F-4D97-AF65-F5344CB8AC3E}">
        <p14:creationId xmlns:p14="http://schemas.microsoft.com/office/powerpoint/2010/main" val="399080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8">
          <a:extLst>
            <a:ext uri="{FF2B5EF4-FFF2-40B4-BE49-F238E27FC236}">
              <a16:creationId xmlns:a16="http://schemas.microsoft.com/office/drawing/2014/main" id="{DE5E814A-955E-E450-AC4E-44303847A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42">
            <a:extLst>
              <a:ext uri="{FF2B5EF4-FFF2-40B4-BE49-F238E27FC236}">
                <a16:creationId xmlns:a16="http://schemas.microsoft.com/office/drawing/2014/main" id="{796C3360-6848-FB0F-FD93-99BC565F92FD}"/>
              </a:ext>
            </a:extLst>
          </p:cNvPr>
          <p:cNvSpPr/>
          <p:nvPr/>
        </p:nvSpPr>
        <p:spPr>
          <a:xfrm>
            <a:off x="3086675" y="1936042"/>
            <a:ext cx="622800" cy="622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90" name="Google Shape;990;p42">
            <a:extLst>
              <a:ext uri="{FF2B5EF4-FFF2-40B4-BE49-F238E27FC236}">
                <a16:creationId xmlns:a16="http://schemas.microsoft.com/office/drawing/2014/main" id="{4124A6B9-6CE9-09F7-40A3-781507518952}"/>
              </a:ext>
            </a:extLst>
          </p:cNvPr>
          <p:cNvSpPr/>
          <p:nvPr/>
        </p:nvSpPr>
        <p:spPr>
          <a:xfrm>
            <a:off x="3086675" y="2937659"/>
            <a:ext cx="622800" cy="622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91" name="Google Shape;991;p42">
            <a:extLst>
              <a:ext uri="{FF2B5EF4-FFF2-40B4-BE49-F238E27FC236}">
                <a16:creationId xmlns:a16="http://schemas.microsoft.com/office/drawing/2014/main" id="{3AAB5217-E5DA-F300-5232-86C378E6D2FC}"/>
              </a:ext>
            </a:extLst>
          </p:cNvPr>
          <p:cNvSpPr/>
          <p:nvPr/>
        </p:nvSpPr>
        <p:spPr>
          <a:xfrm>
            <a:off x="3086675" y="3918267"/>
            <a:ext cx="622800" cy="622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92" name="Google Shape;992;p42">
            <a:extLst>
              <a:ext uri="{FF2B5EF4-FFF2-40B4-BE49-F238E27FC236}">
                <a16:creationId xmlns:a16="http://schemas.microsoft.com/office/drawing/2014/main" id="{F139BB10-CFD5-FFF6-5842-21BC57B72796}"/>
              </a:ext>
            </a:extLst>
          </p:cNvPr>
          <p:cNvSpPr/>
          <p:nvPr/>
        </p:nvSpPr>
        <p:spPr>
          <a:xfrm>
            <a:off x="5434775" y="1936042"/>
            <a:ext cx="622800" cy="622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93" name="Google Shape;993;p42">
            <a:extLst>
              <a:ext uri="{FF2B5EF4-FFF2-40B4-BE49-F238E27FC236}">
                <a16:creationId xmlns:a16="http://schemas.microsoft.com/office/drawing/2014/main" id="{88B3771A-BC3F-7A9C-6701-659F08DF0A10}"/>
              </a:ext>
            </a:extLst>
          </p:cNvPr>
          <p:cNvSpPr/>
          <p:nvPr/>
        </p:nvSpPr>
        <p:spPr>
          <a:xfrm>
            <a:off x="5434775" y="2937659"/>
            <a:ext cx="622800" cy="622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94" name="Google Shape;994;p42">
            <a:extLst>
              <a:ext uri="{FF2B5EF4-FFF2-40B4-BE49-F238E27FC236}">
                <a16:creationId xmlns:a16="http://schemas.microsoft.com/office/drawing/2014/main" id="{BB06B5EF-A4E0-9D36-72D5-E5C2F5F38572}"/>
              </a:ext>
            </a:extLst>
          </p:cNvPr>
          <p:cNvSpPr/>
          <p:nvPr/>
        </p:nvSpPr>
        <p:spPr>
          <a:xfrm>
            <a:off x="5434775" y="3918267"/>
            <a:ext cx="622800" cy="622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95" name="Google Shape;995;p42">
            <a:extLst>
              <a:ext uri="{FF2B5EF4-FFF2-40B4-BE49-F238E27FC236}">
                <a16:creationId xmlns:a16="http://schemas.microsoft.com/office/drawing/2014/main" id="{24E1B440-61A6-4348-665A-17B390D7E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SG"/>
              <a:t>Advanced SQL Features</a:t>
            </a:r>
          </a:p>
        </p:txBody>
      </p:sp>
      <p:sp>
        <p:nvSpPr>
          <p:cNvPr id="996" name="Google Shape;996;p42">
            <a:extLst>
              <a:ext uri="{FF2B5EF4-FFF2-40B4-BE49-F238E27FC236}">
                <a16:creationId xmlns:a16="http://schemas.microsoft.com/office/drawing/2014/main" id="{85A9FDD0-EED1-00F5-BD6E-9310EF367D71}"/>
              </a:ext>
            </a:extLst>
          </p:cNvPr>
          <p:cNvSpPr txBox="1"/>
          <p:nvPr/>
        </p:nvSpPr>
        <p:spPr>
          <a:xfrm>
            <a:off x="720000" y="1874542"/>
            <a:ext cx="2273700" cy="7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Prepared statements (SQL injection prevention)</a:t>
            </a:r>
            <a:endParaRPr lang="en-US">
              <a:solidFill>
                <a:schemeClr val="dk1"/>
              </a:solidFill>
              <a:latin typeface="Figtree SemiBold"/>
              <a:ea typeface="Figtree SemiBold"/>
              <a:cs typeface="Figtree SemiBold"/>
            </a:endParaRPr>
          </a:p>
        </p:txBody>
      </p:sp>
      <p:sp>
        <p:nvSpPr>
          <p:cNvPr id="997" name="Google Shape;997;p42">
            <a:extLst>
              <a:ext uri="{FF2B5EF4-FFF2-40B4-BE49-F238E27FC236}">
                <a16:creationId xmlns:a16="http://schemas.microsoft.com/office/drawing/2014/main" id="{3A9785D8-21E1-24AC-E705-EDC3707EBC6C}"/>
              </a:ext>
            </a:extLst>
          </p:cNvPr>
          <p:cNvSpPr txBox="1"/>
          <p:nvPr/>
        </p:nvSpPr>
        <p:spPr>
          <a:xfrm>
            <a:off x="3890525" y="3002759"/>
            <a:ext cx="1363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SG" sz="2000"/>
              <a:t>SQL</a:t>
            </a:r>
            <a:endParaRPr lang="en-SG" sz="2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cxnSp>
        <p:nvCxnSpPr>
          <p:cNvPr id="998" name="Google Shape;998;p42">
            <a:extLst>
              <a:ext uri="{FF2B5EF4-FFF2-40B4-BE49-F238E27FC236}">
                <a16:creationId xmlns:a16="http://schemas.microsoft.com/office/drawing/2014/main" id="{94D967F3-A717-D4A1-F923-F032F2690A20}"/>
              </a:ext>
            </a:extLst>
          </p:cNvPr>
          <p:cNvCxnSpPr>
            <a:stCxn id="997" idx="0"/>
            <a:endCxn id="992" idx="2"/>
          </p:cNvCxnSpPr>
          <p:nvPr/>
        </p:nvCxnSpPr>
        <p:spPr>
          <a:xfrm rot="-5400000">
            <a:off x="4625825" y="2193659"/>
            <a:ext cx="755400" cy="8628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9" name="Google Shape;999;p42">
            <a:extLst>
              <a:ext uri="{FF2B5EF4-FFF2-40B4-BE49-F238E27FC236}">
                <a16:creationId xmlns:a16="http://schemas.microsoft.com/office/drawing/2014/main" id="{4372C453-8391-E173-BC2A-BBEE70022B6D}"/>
              </a:ext>
            </a:extLst>
          </p:cNvPr>
          <p:cNvCxnSpPr>
            <a:stCxn id="997" idx="2"/>
            <a:endCxn id="994" idx="2"/>
          </p:cNvCxnSpPr>
          <p:nvPr/>
        </p:nvCxnSpPr>
        <p:spPr>
          <a:xfrm rot="-5400000" flipH="1">
            <a:off x="4636325" y="3431159"/>
            <a:ext cx="734400" cy="8628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0" name="Google Shape;1000;p42">
            <a:extLst>
              <a:ext uri="{FF2B5EF4-FFF2-40B4-BE49-F238E27FC236}">
                <a16:creationId xmlns:a16="http://schemas.microsoft.com/office/drawing/2014/main" id="{D8020DD7-81CF-FC3B-56C4-EE2110A36CA8}"/>
              </a:ext>
            </a:extLst>
          </p:cNvPr>
          <p:cNvSpPr txBox="1"/>
          <p:nvPr/>
        </p:nvSpPr>
        <p:spPr>
          <a:xfrm>
            <a:off x="720000" y="3856767"/>
            <a:ext cx="2273700" cy="7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Dynamic filters for region, file cleaning</a:t>
            </a:r>
            <a:endParaRPr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001" name="Google Shape;1001;p42">
            <a:extLst>
              <a:ext uri="{FF2B5EF4-FFF2-40B4-BE49-F238E27FC236}">
                <a16:creationId xmlns:a16="http://schemas.microsoft.com/office/drawing/2014/main" id="{761BA765-C815-9719-866F-71272AD99892}"/>
              </a:ext>
            </a:extLst>
          </p:cNvPr>
          <p:cNvSpPr txBox="1"/>
          <p:nvPr/>
        </p:nvSpPr>
        <p:spPr>
          <a:xfrm>
            <a:off x="6150525" y="1874542"/>
            <a:ext cx="2273700" cy="7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Parsing mixed date formats using STR_TO_DATE</a:t>
            </a:r>
          </a:p>
        </p:txBody>
      </p:sp>
      <p:sp>
        <p:nvSpPr>
          <p:cNvPr id="1002" name="Google Shape;1002;p42">
            <a:extLst>
              <a:ext uri="{FF2B5EF4-FFF2-40B4-BE49-F238E27FC236}">
                <a16:creationId xmlns:a16="http://schemas.microsoft.com/office/drawing/2014/main" id="{408A8B14-161A-471C-2342-860DEA2513FD}"/>
              </a:ext>
            </a:extLst>
          </p:cNvPr>
          <p:cNvSpPr txBox="1"/>
          <p:nvPr/>
        </p:nvSpPr>
        <p:spPr>
          <a:xfrm>
            <a:off x="6150525" y="3856767"/>
            <a:ext cx="2273700" cy="7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SG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Efficient Index Optimization for Faster Queries</a:t>
            </a:r>
            <a:endParaRPr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cxnSp>
        <p:nvCxnSpPr>
          <p:cNvPr id="1003" name="Google Shape;1003;p42">
            <a:extLst>
              <a:ext uri="{FF2B5EF4-FFF2-40B4-BE49-F238E27FC236}">
                <a16:creationId xmlns:a16="http://schemas.microsoft.com/office/drawing/2014/main" id="{1B81DD07-A7FC-EB46-8B34-E4EEB81EF597}"/>
              </a:ext>
            </a:extLst>
          </p:cNvPr>
          <p:cNvCxnSpPr>
            <a:stCxn id="997" idx="0"/>
            <a:endCxn id="989" idx="6"/>
          </p:cNvCxnSpPr>
          <p:nvPr/>
        </p:nvCxnSpPr>
        <p:spPr>
          <a:xfrm rot="5400000" flipH="1">
            <a:off x="3763025" y="2193659"/>
            <a:ext cx="755400" cy="8628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4" name="Google Shape;1004;p42">
            <a:extLst>
              <a:ext uri="{FF2B5EF4-FFF2-40B4-BE49-F238E27FC236}">
                <a16:creationId xmlns:a16="http://schemas.microsoft.com/office/drawing/2014/main" id="{43397597-719A-B338-C9CB-897D0F3966C3}"/>
              </a:ext>
            </a:extLst>
          </p:cNvPr>
          <p:cNvCxnSpPr>
            <a:stCxn id="997" idx="2"/>
            <a:endCxn id="991" idx="6"/>
          </p:cNvCxnSpPr>
          <p:nvPr/>
        </p:nvCxnSpPr>
        <p:spPr>
          <a:xfrm rot="5400000">
            <a:off x="3773525" y="3431159"/>
            <a:ext cx="734400" cy="8628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5" name="Google Shape;1005;p42">
            <a:extLst>
              <a:ext uri="{FF2B5EF4-FFF2-40B4-BE49-F238E27FC236}">
                <a16:creationId xmlns:a16="http://schemas.microsoft.com/office/drawing/2014/main" id="{099D33F2-A7D5-4D40-3CBC-EDB2B62C1970}"/>
              </a:ext>
            </a:extLst>
          </p:cNvPr>
          <p:cNvSpPr txBox="1"/>
          <p:nvPr/>
        </p:nvSpPr>
        <p:spPr>
          <a:xfrm>
            <a:off x="720000" y="2863702"/>
            <a:ext cx="2273700" cy="7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JOIN queries to combine user + concert data</a:t>
            </a:r>
            <a:endParaRPr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006" name="Google Shape;1006;p42">
            <a:extLst>
              <a:ext uri="{FF2B5EF4-FFF2-40B4-BE49-F238E27FC236}">
                <a16:creationId xmlns:a16="http://schemas.microsoft.com/office/drawing/2014/main" id="{004C8587-DECE-8EBD-3246-8C7783835078}"/>
              </a:ext>
            </a:extLst>
          </p:cNvPr>
          <p:cNvSpPr txBox="1"/>
          <p:nvPr/>
        </p:nvSpPr>
        <p:spPr>
          <a:xfrm>
            <a:off x="6150525" y="2863702"/>
            <a:ext cx="2273700" cy="7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Secure booking reference generation (HB-XXXXXX, CB-XXXXXX)</a:t>
            </a:r>
          </a:p>
        </p:txBody>
      </p:sp>
      <p:cxnSp>
        <p:nvCxnSpPr>
          <p:cNvPr id="1007" name="Google Shape;1007;p42">
            <a:extLst>
              <a:ext uri="{FF2B5EF4-FFF2-40B4-BE49-F238E27FC236}">
                <a16:creationId xmlns:a16="http://schemas.microsoft.com/office/drawing/2014/main" id="{FAE42A6F-A968-FFB3-843F-6A3FCF53727F}"/>
              </a:ext>
            </a:extLst>
          </p:cNvPr>
          <p:cNvCxnSpPr>
            <a:stCxn id="990" idx="6"/>
            <a:endCxn id="997" idx="1"/>
          </p:cNvCxnSpPr>
          <p:nvPr/>
        </p:nvCxnSpPr>
        <p:spPr>
          <a:xfrm>
            <a:off x="3709475" y="3249059"/>
            <a:ext cx="181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8" name="Google Shape;1008;p42">
            <a:extLst>
              <a:ext uri="{FF2B5EF4-FFF2-40B4-BE49-F238E27FC236}">
                <a16:creationId xmlns:a16="http://schemas.microsoft.com/office/drawing/2014/main" id="{566C6742-74CE-8DB5-A8CC-D2B5D8664CB9}"/>
              </a:ext>
            </a:extLst>
          </p:cNvPr>
          <p:cNvCxnSpPr>
            <a:stCxn id="993" idx="2"/>
            <a:endCxn id="997" idx="3"/>
          </p:cNvCxnSpPr>
          <p:nvPr/>
        </p:nvCxnSpPr>
        <p:spPr>
          <a:xfrm rot="10800000">
            <a:off x="5253875" y="3249059"/>
            <a:ext cx="180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9" name="Google Shape;1009;p42">
            <a:extLst>
              <a:ext uri="{FF2B5EF4-FFF2-40B4-BE49-F238E27FC236}">
                <a16:creationId xmlns:a16="http://schemas.microsoft.com/office/drawing/2014/main" id="{2AD2D6D6-2BAB-19B0-7D43-432EA26BF81B}"/>
              </a:ext>
            </a:extLst>
          </p:cNvPr>
          <p:cNvSpPr txBox="1"/>
          <p:nvPr/>
        </p:nvSpPr>
        <p:spPr>
          <a:xfrm>
            <a:off x="726450" y="1128250"/>
            <a:ext cx="7704000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What makes our SQL Implementation strong?</a:t>
            </a:r>
          </a:p>
        </p:txBody>
      </p:sp>
      <p:grpSp>
        <p:nvGrpSpPr>
          <p:cNvPr id="1010" name="Google Shape;1010;p42">
            <a:extLst>
              <a:ext uri="{FF2B5EF4-FFF2-40B4-BE49-F238E27FC236}">
                <a16:creationId xmlns:a16="http://schemas.microsoft.com/office/drawing/2014/main" id="{DA3C12B7-38B0-A7EF-7FCF-6893F6F005A4}"/>
              </a:ext>
            </a:extLst>
          </p:cNvPr>
          <p:cNvGrpSpPr/>
          <p:nvPr/>
        </p:nvGrpSpPr>
        <p:grpSpPr>
          <a:xfrm>
            <a:off x="3231227" y="2080761"/>
            <a:ext cx="333692" cy="333363"/>
            <a:chOff x="1742965" y="1502959"/>
            <a:chExt cx="333692" cy="333363"/>
          </a:xfrm>
        </p:grpSpPr>
        <p:sp>
          <p:nvSpPr>
            <p:cNvPr id="1011" name="Google Shape;1011;p42">
              <a:extLst>
                <a:ext uri="{FF2B5EF4-FFF2-40B4-BE49-F238E27FC236}">
                  <a16:creationId xmlns:a16="http://schemas.microsoft.com/office/drawing/2014/main" id="{D18C86B6-EA16-A018-9780-3A619060852B}"/>
                </a:ext>
              </a:extLst>
            </p:cNvPr>
            <p:cNvSpPr/>
            <p:nvPr/>
          </p:nvSpPr>
          <p:spPr>
            <a:xfrm>
              <a:off x="1742965" y="1502959"/>
              <a:ext cx="333692" cy="333363"/>
            </a:xfrm>
            <a:custGeom>
              <a:avLst/>
              <a:gdLst/>
              <a:ahLst/>
              <a:cxnLst/>
              <a:rect l="l" t="t" r="r" b="b"/>
              <a:pathLst>
                <a:path w="22287" h="22265" extrusionOk="0">
                  <a:moveTo>
                    <a:pt x="11143" y="0"/>
                  </a:moveTo>
                  <a:cubicBezTo>
                    <a:pt x="4983" y="0"/>
                    <a:pt x="1" y="4121"/>
                    <a:pt x="1" y="9188"/>
                  </a:cubicBezTo>
                  <a:cubicBezTo>
                    <a:pt x="1" y="13708"/>
                    <a:pt x="3974" y="17450"/>
                    <a:pt x="9209" y="18207"/>
                  </a:cubicBezTo>
                  <a:cubicBezTo>
                    <a:pt x="9335" y="19700"/>
                    <a:pt x="8831" y="21151"/>
                    <a:pt x="7843" y="22265"/>
                  </a:cubicBezTo>
                  <a:cubicBezTo>
                    <a:pt x="10324" y="22265"/>
                    <a:pt x="12468" y="20604"/>
                    <a:pt x="13099" y="18207"/>
                  </a:cubicBezTo>
                  <a:cubicBezTo>
                    <a:pt x="18313" y="17450"/>
                    <a:pt x="22286" y="13687"/>
                    <a:pt x="22286" y="9188"/>
                  </a:cubicBezTo>
                  <a:cubicBezTo>
                    <a:pt x="22265" y="4121"/>
                    <a:pt x="17283" y="0"/>
                    <a:pt x="111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42">
              <a:extLst>
                <a:ext uri="{FF2B5EF4-FFF2-40B4-BE49-F238E27FC236}">
                  <a16:creationId xmlns:a16="http://schemas.microsoft.com/office/drawing/2014/main" id="{E0A124AD-50B3-1B79-2949-EF8A999DB62D}"/>
                </a:ext>
              </a:extLst>
            </p:cNvPr>
            <p:cNvSpPr/>
            <p:nvPr/>
          </p:nvSpPr>
          <p:spPr>
            <a:xfrm>
              <a:off x="1854719" y="1629492"/>
              <a:ext cx="22040" cy="21740"/>
            </a:xfrm>
            <a:custGeom>
              <a:avLst/>
              <a:gdLst/>
              <a:ahLst/>
              <a:cxnLst/>
              <a:rect l="l" t="t" r="r" b="b"/>
              <a:pathLst>
                <a:path w="1472" h="1452" extrusionOk="0">
                  <a:moveTo>
                    <a:pt x="736" y="1"/>
                  </a:moveTo>
                  <a:cubicBezTo>
                    <a:pt x="337" y="1"/>
                    <a:pt x="0" y="316"/>
                    <a:pt x="0" y="716"/>
                  </a:cubicBezTo>
                  <a:cubicBezTo>
                    <a:pt x="0" y="1136"/>
                    <a:pt x="337" y="1452"/>
                    <a:pt x="736" y="1452"/>
                  </a:cubicBezTo>
                  <a:cubicBezTo>
                    <a:pt x="1136" y="1452"/>
                    <a:pt x="1472" y="1136"/>
                    <a:pt x="1472" y="716"/>
                  </a:cubicBezTo>
                  <a:cubicBezTo>
                    <a:pt x="1472" y="316"/>
                    <a:pt x="1136" y="1"/>
                    <a:pt x="7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42">
              <a:extLst>
                <a:ext uri="{FF2B5EF4-FFF2-40B4-BE49-F238E27FC236}">
                  <a16:creationId xmlns:a16="http://schemas.microsoft.com/office/drawing/2014/main" id="{9941C786-F192-AA7A-B878-2FB6CEF47144}"/>
                </a:ext>
              </a:extLst>
            </p:cNvPr>
            <p:cNvSpPr/>
            <p:nvPr/>
          </p:nvSpPr>
          <p:spPr>
            <a:xfrm>
              <a:off x="1898783" y="1629492"/>
              <a:ext cx="22054" cy="21740"/>
            </a:xfrm>
            <a:custGeom>
              <a:avLst/>
              <a:gdLst/>
              <a:ahLst/>
              <a:cxnLst/>
              <a:rect l="l" t="t" r="r" b="b"/>
              <a:pathLst>
                <a:path w="1473" h="1452" extrusionOk="0">
                  <a:moveTo>
                    <a:pt x="736" y="1"/>
                  </a:moveTo>
                  <a:cubicBezTo>
                    <a:pt x="316" y="1"/>
                    <a:pt x="1" y="316"/>
                    <a:pt x="1" y="716"/>
                  </a:cubicBezTo>
                  <a:cubicBezTo>
                    <a:pt x="1" y="1136"/>
                    <a:pt x="316" y="1452"/>
                    <a:pt x="736" y="1452"/>
                  </a:cubicBezTo>
                  <a:cubicBezTo>
                    <a:pt x="1136" y="1452"/>
                    <a:pt x="1472" y="1136"/>
                    <a:pt x="1472" y="716"/>
                  </a:cubicBezTo>
                  <a:cubicBezTo>
                    <a:pt x="1472" y="316"/>
                    <a:pt x="1136" y="1"/>
                    <a:pt x="7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42">
              <a:extLst>
                <a:ext uri="{FF2B5EF4-FFF2-40B4-BE49-F238E27FC236}">
                  <a16:creationId xmlns:a16="http://schemas.microsoft.com/office/drawing/2014/main" id="{CF298551-AB51-8373-9DA3-1D7887913655}"/>
                </a:ext>
              </a:extLst>
            </p:cNvPr>
            <p:cNvSpPr/>
            <p:nvPr/>
          </p:nvSpPr>
          <p:spPr>
            <a:xfrm>
              <a:off x="1942863" y="1629492"/>
              <a:ext cx="21725" cy="21740"/>
            </a:xfrm>
            <a:custGeom>
              <a:avLst/>
              <a:gdLst/>
              <a:ahLst/>
              <a:cxnLst/>
              <a:rect l="l" t="t" r="r" b="b"/>
              <a:pathLst>
                <a:path w="1451" h="1452" extrusionOk="0">
                  <a:moveTo>
                    <a:pt x="715" y="1"/>
                  </a:moveTo>
                  <a:cubicBezTo>
                    <a:pt x="315" y="1"/>
                    <a:pt x="0" y="316"/>
                    <a:pt x="0" y="716"/>
                  </a:cubicBezTo>
                  <a:cubicBezTo>
                    <a:pt x="0" y="1136"/>
                    <a:pt x="315" y="1452"/>
                    <a:pt x="715" y="1452"/>
                  </a:cubicBezTo>
                  <a:cubicBezTo>
                    <a:pt x="1135" y="1452"/>
                    <a:pt x="1451" y="1136"/>
                    <a:pt x="1451" y="716"/>
                  </a:cubicBezTo>
                  <a:cubicBezTo>
                    <a:pt x="1451" y="316"/>
                    <a:pt x="1135" y="1"/>
                    <a:pt x="71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5" name="Google Shape;1015;p42">
            <a:extLst>
              <a:ext uri="{FF2B5EF4-FFF2-40B4-BE49-F238E27FC236}">
                <a16:creationId xmlns:a16="http://schemas.microsoft.com/office/drawing/2014/main" id="{ECFEC03D-DD1C-58A8-182F-3697D257DF27}"/>
              </a:ext>
            </a:extLst>
          </p:cNvPr>
          <p:cNvGrpSpPr/>
          <p:nvPr/>
        </p:nvGrpSpPr>
        <p:grpSpPr>
          <a:xfrm>
            <a:off x="3205708" y="3058288"/>
            <a:ext cx="384734" cy="381556"/>
            <a:chOff x="830742" y="2763601"/>
            <a:chExt cx="384734" cy="381556"/>
          </a:xfrm>
        </p:grpSpPr>
        <p:sp>
          <p:nvSpPr>
            <p:cNvPr id="1016" name="Google Shape;1016;p42">
              <a:extLst>
                <a:ext uri="{FF2B5EF4-FFF2-40B4-BE49-F238E27FC236}">
                  <a16:creationId xmlns:a16="http://schemas.microsoft.com/office/drawing/2014/main" id="{7C5C7D54-C78B-E625-3F12-51AA6B27A3B9}"/>
                </a:ext>
              </a:extLst>
            </p:cNvPr>
            <p:cNvSpPr/>
            <p:nvPr/>
          </p:nvSpPr>
          <p:spPr>
            <a:xfrm>
              <a:off x="830742" y="2881012"/>
              <a:ext cx="174423" cy="83678"/>
            </a:xfrm>
            <a:custGeom>
              <a:avLst/>
              <a:gdLst/>
              <a:ahLst/>
              <a:cxnLst/>
              <a:rect l="l" t="t" r="r" b="b"/>
              <a:pathLst>
                <a:path w="6639" h="3185" extrusionOk="0">
                  <a:moveTo>
                    <a:pt x="6639" y="1"/>
                  </a:moveTo>
                  <a:lnTo>
                    <a:pt x="5189" y="125"/>
                  </a:lnTo>
                  <a:cubicBezTo>
                    <a:pt x="3289" y="285"/>
                    <a:pt x="1506" y="1110"/>
                    <a:pt x="160" y="2456"/>
                  </a:cubicBezTo>
                  <a:cubicBezTo>
                    <a:pt x="1" y="2616"/>
                    <a:pt x="105" y="2886"/>
                    <a:pt x="327" y="2907"/>
                  </a:cubicBezTo>
                  <a:lnTo>
                    <a:pt x="3462" y="3184"/>
                  </a:lnTo>
                  <a:lnTo>
                    <a:pt x="663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42">
              <a:extLst>
                <a:ext uri="{FF2B5EF4-FFF2-40B4-BE49-F238E27FC236}">
                  <a16:creationId xmlns:a16="http://schemas.microsoft.com/office/drawing/2014/main" id="{72509036-3C9D-5BC6-89EB-5114516BC94E}"/>
                </a:ext>
              </a:extLst>
            </p:cNvPr>
            <p:cNvSpPr/>
            <p:nvPr/>
          </p:nvSpPr>
          <p:spPr>
            <a:xfrm>
              <a:off x="1013520" y="2973045"/>
              <a:ext cx="83494" cy="172111"/>
            </a:xfrm>
            <a:custGeom>
              <a:avLst/>
              <a:gdLst/>
              <a:ahLst/>
              <a:cxnLst/>
              <a:rect l="l" t="t" r="r" b="b"/>
              <a:pathLst>
                <a:path w="3178" h="6551" extrusionOk="0">
                  <a:moveTo>
                    <a:pt x="3178" y="0"/>
                  </a:moveTo>
                  <a:lnTo>
                    <a:pt x="1" y="3177"/>
                  </a:lnTo>
                  <a:lnTo>
                    <a:pt x="278" y="6305"/>
                  </a:lnTo>
                  <a:cubicBezTo>
                    <a:pt x="292" y="6457"/>
                    <a:pt x="415" y="6550"/>
                    <a:pt x="543" y="6550"/>
                  </a:cubicBezTo>
                  <a:cubicBezTo>
                    <a:pt x="608" y="6550"/>
                    <a:pt x="675" y="6526"/>
                    <a:pt x="729" y="6472"/>
                  </a:cubicBezTo>
                  <a:cubicBezTo>
                    <a:pt x="2075" y="5126"/>
                    <a:pt x="2900" y="3344"/>
                    <a:pt x="3053" y="1443"/>
                  </a:cubicBezTo>
                  <a:lnTo>
                    <a:pt x="317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42">
              <a:extLst>
                <a:ext uri="{FF2B5EF4-FFF2-40B4-BE49-F238E27FC236}">
                  <a16:creationId xmlns:a16="http://schemas.microsoft.com/office/drawing/2014/main" id="{3F84DD47-078E-75D3-AFAB-993206D135E6}"/>
                </a:ext>
              </a:extLst>
            </p:cNvPr>
            <p:cNvSpPr/>
            <p:nvPr/>
          </p:nvSpPr>
          <p:spPr>
            <a:xfrm>
              <a:off x="903281" y="2763601"/>
              <a:ext cx="312038" cy="310383"/>
            </a:xfrm>
            <a:custGeom>
              <a:avLst/>
              <a:gdLst/>
              <a:ahLst/>
              <a:cxnLst/>
              <a:rect l="l" t="t" r="r" b="b"/>
              <a:pathLst>
                <a:path w="11877" h="11814" extrusionOk="0">
                  <a:moveTo>
                    <a:pt x="11644" y="0"/>
                  </a:moveTo>
                  <a:cubicBezTo>
                    <a:pt x="11624" y="0"/>
                    <a:pt x="11604" y="3"/>
                    <a:pt x="11584" y="10"/>
                  </a:cubicBezTo>
                  <a:lnTo>
                    <a:pt x="9080" y="745"/>
                  </a:lnTo>
                  <a:lnTo>
                    <a:pt x="7228" y="1286"/>
                  </a:lnTo>
                  <a:cubicBezTo>
                    <a:pt x="7075" y="1327"/>
                    <a:pt x="6937" y="1411"/>
                    <a:pt x="6826" y="1522"/>
                  </a:cubicBezTo>
                  <a:lnTo>
                    <a:pt x="91" y="8257"/>
                  </a:lnTo>
                  <a:cubicBezTo>
                    <a:pt x="0" y="8340"/>
                    <a:pt x="0" y="8479"/>
                    <a:pt x="91" y="8569"/>
                  </a:cubicBezTo>
                  <a:lnTo>
                    <a:pt x="1436" y="9914"/>
                  </a:lnTo>
                  <a:lnTo>
                    <a:pt x="1929" y="10414"/>
                  </a:lnTo>
                  <a:lnTo>
                    <a:pt x="3267" y="11746"/>
                  </a:lnTo>
                  <a:cubicBezTo>
                    <a:pt x="3312" y="11791"/>
                    <a:pt x="3373" y="11813"/>
                    <a:pt x="3435" y="11813"/>
                  </a:cubicBezTo>
                  <a:cubicBezTo>
                    <a:pt x="3496" y="11813"/>
                    <a:pt x="3559" y="11791"/>
                    <a:pt x="3607" y="11746"/>
                  </a:cubicBezTo>
                  <a:lnTo>
                    <a:pt x="7374" y="7965"/>
                  </a:lnTo>
                  <a:lnTo>
                    <a:pt x="10308" y="5038"/>
                  </a:lnTo>
                  <a:cubicBezTo>
                    <a:pt x="10432" y="4913"/>
                    <a:pt x="10523" y="4761"/>
                    <a:pt x="10571" y="4594"/>
                  </a:cubicBezTo>
                  <a:lnTo>
                    <a:pt x="11840" y="259"/>
                  </a:lnTo>
                  <a:cubicBezTo>
                    <a:pt x="11876" y="127"/>
                    <a:pt x="11772" y="0"/>
                    <a:pt x="116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2">
              <a:extLst>
                <a:ext uri="{FF2B5EF4-FFF2-40B4-BE49-F238E27FC236}">
                  <a16:creationId xmlns:a16="http://schemas.microsoft.com/office/drawing/2014/main" id="{D4A8A7F5-CC2F-FE87-5DD0-BEC4CCAB1F09}"/>
                </a:ext>
              </a:extLst>
            </p:cNvPr>
            <p:cNvSpPr/>
            <p:nvPr/>
          </p:nvSpPr>
          <p:spPr>
            <a:xfrm>
              <a:off x="1060732" y="2852218"/>
              <a:ext cx="65261" cy="65261"/>
            </a:xfrm>
            <a:custGeom>
              <a:avLst/>
              <a:gdLst/>
              <a:ahLst/>
              <a:cxnLst/>
              <a:rect l="l" t="t" r="r" b="b"/>
              <a:pathLst>
                <a:path w="2484" h="2484" extrusionOk="0">
                  <a:moveTo>
                    <a:pt x="1242" y="1"/>
                  </a:moveTo>
                  <a:cubicBezTo>
                    <a:pt x="555" y="1"/>
                    <a:pt x="0" y="556"/>
                    <a:pt x="0" y="1242"/>
                  </a:cubicBezTo>
                  <a:cubicBezTo>
                    <a:pt x="0" y="1929"/>
                    <a:pt x="555" y="2484"/>
                    <a:pt x="1242" y="2484"/>
                  </a:cubicBezTo>
                  <a:cubicBezTo>
                    <a:pt x="1922" y="2484"/>
                    <a:pt x="2483" y="1929"/>
                    <a:pt x="2483" y="1242"/>
                  </a:cubicBezTo>
                  <a:cubicBezTo>
                    <a:pt x="2483" y="556"/>
                    <a:pt x="1922" y="1"/>
                    <a:pt x="12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42">
              <a:extLst>
                <a:ext uri="{FF2B5EF4-FFF2-40B4-BE49-F238E27FC236}">
                  <a16:creationId xmlns:a16="http://schemas.microsoft.com/office/drawing/2014/main" id="{2C383809-D2B7-3633-868C-AB1BA0298CA0}"/>
                </a:ext>
              </a:extLst>
            </p:cNvPr>
            <p:cNvSpPr/>
            <p:nvPr/>
          </p:nvSpPr>
          <p:spPr>
            <a:xfrm>
              <a:off x="895084" y="2998739"/>
              <a:ext cx="84387" cy="83520"/>
            </a:xfrm>
            <a:custGeom>
              <a:avLst/>
              <a:gdLst/>
              <a:ahLst/>
              <a:cxnLst/>
              <a:rect l="l" t="t" r="r" b="b"/>
              <a:pathLst>
                <a:path w="3212" h="3179" extrusionOk="0">
                  <a:moveTo>
                    <a:pt x="833" y="0"/>
                  </a:moveTo>
                  <a:lnTo>
                    <a:pt x="125" y="701"/>
                  </a:lnTo>
                  <a:cubicBezTo>
                    <a:pt x="0" y="826"/>
                    <a:pt x="0" y="1034"/>
                    <a:pt x="125" y="1166"/>
                  </a:cubicBezTo>
                  <a:lnTo>
                    <a:pt x="1082" y="2123"/>
                  </a:lnTo>
                  <a:lnTo>
                    <a:pt x="2046" y="3080"/>
                  </a:lnTo>
                  <a:cubicBezTo>
                    <a:pt x="2109" y="3146"/>
                    <a:pt x="2192" y="3179"/>
                    <a:pt x="2276" y="3179"/>
                  </a:cubicBezTo>
                  <a:cubicBezTo>
                    <a:pt x="2360" y="3179"/>
                    <a:pt x="2445" y="3146"/>
                    <a:pt x="2511" y="3080"/>
                  </a:cubicBezTo>
                  <a:lnTo>
                    <a:pt x="3212" y="2379"/>
                  </a:lnTo>
                  <a:lnTo>
                    <a:pt x="2275" y="1436"/>
                  </a:lnTo>
                  <a:lnTo>
                    <a:pt x="1769" y="937"/>
                  </a:lnTo>
                  <a:lnTo>
                    <a:pt x="8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42">
              <a:extLst>
                <a:ext uri="{FF2B5EF4-FFF2-40B4-BE49-F238E27FC236}">
                  <a16:creationId xmlns:a16="http://schemas.microsoft.com/office/drawing/2014/main" id="{0D28E985-2757-77E3-FB46-F24A5BD4CF90}"/>
                </a:ext>
              </a:extLst>
            </p:cNvPr>
            <p:cNvSpPr/>
            <p:nvPr/>
          </p:nvSpPr>
          <p:spPr>
            <a:xfrm>
              <a:off x="903281" y="2964480"/>
              <a:ext cx="110266" cy="109504"/>
            </a:xfrm>
            <a:custGeom>
              <a:avLst/>
              <a:gdLst/>
              <a:ahLst/>
              <a:cxnLst/>
              <a:rect l="l" t="t" r="r" b="b"/>
              <a:pathLst>
                <a:path w="4197" h="4168" extrusionOk="0">
                  <a:moveTo>
                    <a:pt x="694" y="0"/>
                  </a:moveTo>
                  <a:lnTo>
                    <a:pt x="91" y="611"/>
                  </a:lnTo>
                  <a:cubicBezTo>
                    <a:pt x="0" y="694"/>
                    <a:pt x="0" y="833"/>
                    <a:pt x="91" y="916"/>
                  </a:cubicBezTo>
                  <a:lnTo>
                    <a:pt x="1436" y="2268"/>
                  </a:lnTo>
                  <a:lnTo>
                    <a:pt x="1936" y="2761"/>
                  </a:lnTo>
                  <a:lnTo>
                    <a:pt x="3267" y="4100"/>
                  </a:lnTo>
                  <a:cubicBezTo>
                    <a:pt x="3312" y="4145"/>
                    <a:pt x="3373" y="4167"/>
                    <a:pt x="3435" y="4167"/>
                  </a:cubicBezTo>
                  <a:cubicBezTo>
                    <a:pt x="3496" y="4167"/>
                    <a:pt x="3559" y="4145"/>
                    <a:pt x="3607" y="4100"/>
                  </a:cubicBezTo>
                  <a:lnTo>
                    <a:pt x="4197" y="3503"/>
                  </a:lnTo>
                  <a:lnTo>
                    <a:pt x="2699" y="2005"/>
                  </a:lnTo>
                  <a:lnTo>
                    <a:pt x="2199" y="1505"/>
                  </a:lnTo>
                  <a:lnTo>
                    <a:pt x="69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42">
              <a:extLst>
                <a:ext uri="{FF2B5EF4-FFF2-40B4-BE49-F238E27FC236}">
                  <a16:creationId xmlns:a16="http://schemas.microsoft.com/office/drawing/2014/main" id="{220FB2DC-5175-1EB2-D0CF-48424C65D654}"/>
                </a:ext>
              </a:extLst>
            </p:cNvPr>
            <p:cNvSpPr/>
            <p:nvPr/>
          </p:nvSpPr>
          <p:spPr>
            <a:xfrm>
              <a:off x="854992" y="3038831"/>
              <a:ext cx="34154" cy="31185"/>
            </a:xfrm>
            <a:custGeom>
              <a:avLst/>
              <a:gdLst/>
              <a:ahLst/>
              <a:cxnLst/>
              <a:rect l="l" t="t" r="r" b="b"/>
              <a:pathLst>
                <a:path w="1300" h="1187" extrusionOk="0">
                  <a:moveTo>
                    <a:pt x="986" y="1"/>
                  </a:moveTo>
                  <a:cubicBezTo>
                    <a:pt x="935" y="1"/>
                    <a:pt x="881" y="21"/>
                    <a:pt x="833" y="70"/>
                  </a:cubicBezTo>
                  <a:lnTo>
                    <a:pt x="84" y="812"/>
                  </a:lnTo>
                  <a:cubicBezTo>
                    <a:pt x="0" y="895"/>
                    <a:pt x="0" y="1041"/>
                    <a:pt x="84" y="1124"/>
                  </a:cubicBezTo>
                  <a:cubicBezTo>
                    <a:pt x="129" y="1166"/>
                    <a:pt x="186" y="1186"/>
                    <a:pt x="242" y="1186"/>
                  </a:cubicBezTo>
                  <a:cubicBezTo>
                    <a:pt x="299" y="1186"/>
                    <a:pt x="354" y="1166"/>
                    <a:pt x="396" y="1124"/>
                  </a:cubicBezTo>
                  <a:lnTo>
                    <a:pt x="1145" y="375"/>
                  </a:lnTo>
                  <a:cubicBezTo>
                    <a:pt x="1299" y="221"/>
                    <a:pt x="1155" y="1"/>
                    <a:pt x="9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42">
              <a:extLst>
                <a:ext uri="{FF2B5EF4-FFF2-40B4-BE49-F238E27FC236}">
                  <a16:creationId xmlns:a16="http://schemas.microsoft.com/office/drawing/2014/main" id="{D0E6D44E-25B4-BF4F-8C4C-A7DC4473C3AB}"/>
                </a:ext>
              </a:extLst>
            </p:cNvPr>
            <p:cNvSpPr/>
            <p:nvPr/>
          </p:nvSpPr>
          <p:spPr>
            <a:xfrm>
              <a:off x="873934" y="3057800"/>
              <a:ext cx="34286" cy="31343"/>
            </a:xfrm>
            <a:custGeom>
              <a:avLst/>
              <a:gdLst/>
              <a:ahLst/>
              <a:cxnLst/>
              <a:rect l="l" t="t" r="r" b="b"/>
              <a:pathLst>
                <a:path w="1305" h="1193" extrusionOk="0">
                  <a:moveTo>
                    <a:pt x="987" y="0"/>
                  </a:moveTo>
                  <a:cubicBezTo>
                    <a:pt x="935" y="0"/>
                    <a:pt x="881" y="21"/>
                    <a:pt x="833" y="69"/>
                  </a:cubicBezTo>
                  <a:lnTo>
                    <a:pt x="91" y="818"/>
                  </a:lnTo>
                  <a:cubicBezTo>
                    <a:pt x="1" y="901"/>
                    <a:pt x="1" y="1040"/>
                    <a:pt x="91" y="1130"/>
                  </a:cubicBezTo>
                  <a:cubicBezTo>
                    <a:pt x="132" y="1172"/>
                    <a:pt x="188" y="1193"/>
                    <a:pt x="244" y="1193"/>
                  </a:cubicBezTo>
                  <a:cubicBezTo>
                    <a:pt x="301" y="1193"/>
                    <a:pt x="358" y="1172"/>
                    <a:pt x="403" y="1130"/>
                  </a:cubicBezTo>
                  <a:lnTo>
                    <a:pt x="1145" y="381"/>
                  </a:lnTo>
                  <a:cubicBezTo>
                    <a:pt x="1305" y="221"/>
                    <a:pt x="1158" y="0"/>
                    <a:pt x="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42">
              <a:extLst>
                <a:ext uri="{FF2B5EF4-FFF2-40B4-BE49-F238E27FC236}">
                  <a16:creationId xmlns:a16="http://schemas.microsoft.com/office/drawing/2014/main" id="{386522B4-BBD1-6038-3A64-24877E055948}"/>
                </a:ext>
              </a:extLst>
            </p:cNvPr>
            <p:cNvSpPr/>
            <p:nvPr/>
          </p:nvSpPr>
          <p:spPr>
            <a:xfrm>
              <a:off x="912213" y="3095895"/>
              <a:ext cx="34102" cy="31343"/>
            </a:xfrm>
            <a:custGeom>
              <a:avLst/>
              <a:gdLst/>
              <a:ahLst/>
              <a:cxnLst/>
              <a:rect l="l" t="t" r="r" b="b"/>
              <a:pathLst>
                <a:path w="1298" h="1193" extrusionOk="0">
                  <a:moveTo>
                    <a:pt x="983" y="0"/>
                  </a:moveTo>
                  <a:cubicBezTo>
                    <a:pt x="932" y="0"/>
                    <a:pt x="879" y="20"/>
                    <a:pt x="833" y="69"/>
                  </a:cubicBezTo>
                  <a:lnTo>
                    <a:pt x="83" y="818"/>
                  </a:lnTo>
                  <a:cubicBezTo>
                    <a:pt x="0" y="901"/>
                    <a:pt x="0" y="1040"/>
                    <a:pt x="83" y="1130"/>
                  </a:cubicBezTo>
                  <a:cubicBezTo>
                    <a:pt x="125" y="1172"/>
                    <a:pt x="181" y="1192"/>
                    <a:pt x="237" y="1192"/>
                  </a:cubicBezTo>
                  <a:cubicBezTo>
                    <a:pt x="293" y="1192"/>
                    <a:pt x="351" y="1172"/>
                    <a:pt x="396" y="1130"/>
                  </a:cubicBezTo>
                  <a:lnTo>
                    <a:pt x="1138" y="381"/>
                  </a:lnTo>
                  <a:cubicBezTo>
                    <a:pt x="1297" y="221"/>
                    <a:pt x="1151" y="0"/>
                    <a:pt x="9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42">
              <a:extLst>
                <a:ext uri="{FF2B5EF4-FFF2-40B4-BE49-F238E27FC236}">
                  <a16:creationId xmlns:a16="http://schemas.microsoft.com/office/drawing/2014/main" id="{6962224C-C022-DBBE-053E-D2BF48FC9BC0}"/>
                </a:ext>
              </a:extLst>
            </p:cNvPr>
            <p:cNvSpPr/>
            <p:nvPr/>
          </p:nvSpPr>
          <p:spPr>
            <a:xfrm>
              <a:off x="893061" y="3076926"/>
              <a:ext cx="34312" cy="31343"/>
            </a:xfrm>
            <a:custGeom>
              <a:avLst/>
              <a:gdLst/>
              <a:ahLst/>
              <a:cxnLst/>
              <a:rect l="l" t="t" r="r" b="b"/>
              <a:pathLst>
                <a:path w="1306" h="1193" extrusionOk="0">
                  <a:moveTo>
                    <a:pt x="987" y="1"/>
                  </a:moveTo>
                  <a:cubicBezTo>
                    <a:pt x="936" y="1"/>
                    <a:pt x="882" y="21"/>
                    <a:pt x="833" y="69"/>
                  </a:cubicBezTo>
                  <a:lnTo>
                    <a:pt x="91" y="818"/>
                  </a:lnTo>
                  <a:cubicBezTo>
                    <a:pt x="1" y="902"/>
                    <a:pt x="1" y="1040"/>
                    <a:pt x="91" y="1131"/>
                  </a:cubicBezTo>
                  <a:cubicBezTo>
                    <a:pt x="133" y="1172"/>
                    <a:pt x="188" y="1193"/>
                    <a:pt x="245" y="1193"/>
                  </a:cubicBezTo>
                  <a:cubicBezTo>
                    <a:pt x="301" y="1193"/>
                    <a:pt x="358" y="1172"/>
                    <a:pt x="403" y="1131"/>
                  </a:cubicBezTo>
                  <a:lnTo>
                    <a:pt x="1145" y="381"/>
                  </a:lnTo>
                  <a:cubicBezTo>
                    <a:pt x="1305" y="222"/>
                    <a:pt x="1158" y="1"/>
                    <a:pt x="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42">
              <a:extLst>
                <a:ext uri="{FF2B5EF4-FFF2-40B4-BE49-F238E27FC236}">
                  <a16:creationId xmlns:a16="http://schemas.microsoft.com/office/drawing/2014/main" id="{25A0D395-2E92-B165-E389-822B1FA958AA}"/>
                </a:ext>
              </a:extLst>
            </p:cNvPr>
            <p:cNvSpPr/>
            <p:nvPr/>
          </p:nvSpPr>
          <p:spPr>
            <a:xfrm>
              <a:off x="1141809" y="2763601"/>
              <a:ext cx="73668" cy="72801"/>
            </a:xfrm>
            <a:custGeom>
              <a:avLst/>
              <a:gdLst/>
              <a:ahLst/>
              <a:cxnLst/>
              <a:rect l="l" t="t" r="r" b="b"/>
              <a:pathLst>
                <a:path w="2804" h="2771" extrusionOk="0">
                  <a:moveTo>
                    <a:pt x="2567" y="0"/>
                  </a:moveTo>
                  <a:cubicBezTo>
                    <a:pt x="2547" y="0"/>
                    <a:pt x="2526" y="3"/>
                    <a:pt x="2505" y="10"/>
                  </a:cubicBezTo>
                  <a:lnTo>
                    <a:pt x="1" y="745"/>
                  </a:lnTo>
                  <a:lnTo>
                    <a:pt x="2033" y="2770"/>
                  </a:lnTo>
                  <a:lnTo>
                    <a:pt x="2761" y="266"/>
                  </a:lnTo>
                  <a:cubicBezTo>
                    <a:pt x="2804" y="128"/>
                    <a:pt x="2700" y="0"/>
                    <a:pt x="25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42">
              <a:extLst>
                <a:ext uri="{FF2B5EF4-FFF2-40B4-BE49-F238E27FC236}">
                  <a16:creationId xmlns:a16="http://schemas.microsoft.com/office/drawing/2014/main" id="{DA1CC817-C3CF-325B-3D54-111B9447D3EA}"/>
                </a:ext>
              </a:extLst>
            </p:cNvPr>
            <p:cNvSpPr/>
            <p:nvPr/>
          </p:nvSpPr>
          <p:spPr>
            <a:xfrm>
              <a:off x="919491" y="2924099"/>
              <a:ext cx="135435" cy="133780"/>
            </a:xfrm>
            <a:custGeom>
              <a:avLst/>
              <a:gdLst/>
              <a:ahLst/>
              <a:cxnLst/>
              <a:rect l="l" t="t" r="r" b="b"/>
              <a:pathLst>
                <a:path w="5155" h="5092" extrusionOk="0">
                  <a:moveTo>
                    <a:pt x="4759" y="1"/>
                  </a:moveTo>
                  <a:cubicBezTo>
                    <a:pt x="4676" y="1"/>
                    <a:pt x="4592" y="32"/>
                    <a:pt x="4530" y="95"/>
                  </a:cubicBezTo>
                  <a:lnTo>
                    <a:pt x="126" y="4499"/>
                  </a:lnTo>
                  <a:cubicBezTo>
                    <a:pt x="1" y="4624"/>
                    <a:pt x="1" y="4832"/>
                    <a:pt x="126" y="4957"/>
                  </a:cubicBezTo>
                  <a:lnTo>
                    <a:pt x="160" y="4999"/>
                  </a:lnTo>
                  <a:cubicBezTo>
                    <a:pt x="222" y="5060"/>
                    <a:pt x="304" y="5091"/>
                    <a:pt x="386" y="5091"/>
                  </a:cubicBezTo>
                  <a:cubicBezTo>
                    <a:pt x="470" y="5091"/>
                    <a:pt x="555" y="5058"/>
                    <a:pt x="618" y="4992"/>
                  </a:cubicBezTo>
                  <a:lnTo>
                    <a:pt x="5022" y="587"/>
                  </a:lnTo>
                  <a:cubicBezTo>
                    <a:pt x="5154" y="462"/>
                    <a:pt x="5154" y="254"/>
                    <a:pt x="5022" y="129"/>
                  </a:cubicBezTo>
                  <a:lnTo>
                    <a:pt x="4988" y="95"/>
                  </a:lnTo>
                  <a:cubicBezTo>
                    <a:pt x="4925" y="32"/>
                    <a:pt x="4842" y="1"/>
                    <a:pt x="4759" y="1"/>
                  </a:cubicBezTo>
                  <a:close/>
                </a:path>
              </a:pathLst>
            </a:custGeom>
            <a:solidFill>
              <a:srgbClr val="C0C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2">
              <a:extLst>
                <a:ext uri="{FF2B5EF4-FFF2-40B4-BE49-F238E27FC236}">
                  <a16:creationId xmlns:a16="http://schemas.microsoft.com/office/drawing/2014/main" id="{B912FDCE-7F6B-245D-563C-CDAF72492A06}"/>
                </a:ext>
              </a:extLst>
            </p:cNvPr>
            <p:cNvSpPr/>
            <p:nvPr/>
          </p:nvSpPr>
          <p:spPr>
            <a:xfrm>
              <a:off x="919491" y="2924099"/>
              <a:ext cx="135435" cy="133780"/>
            </a:xfrm>
            <a:custGeom>
              <a:avLst/>
              <a:gdLst/>
              <a:ahLst/>
              <a:cxnLst/>
              <a:rect l="l" t="t" r="r" b="b"/>
              <a:pathLst>
                <a:path w="5155" h="5092" extrusionOk="0">
                  <a:moveTo>
                    <a:pt x="4759" y="1"/>
                  </a:moveTo>
                  <a:cubicBezTo>
                    <a:pt x="4676" y="1"/>
                    <a:pt x="4592" y="32"/>
                    <a:pt x="4530" y="95"/>
                  </a:cubicBezTo>
                  <a:lnTo>
                    <a:pt x="126" y="4499"/>
                  </a:lnTo>
                  <a:cubicBezTo>
                    <a:pt x="1" y="4624"/>
                    <a:pt x="1" y="4832"/>
                    <a:pt x="126" y="4957"/>
                  </a:cubicBezTo>
                  <a:lnTo>
                    <a:pt x="160" y="4999"/>
                  </a:lnTo>
                  <a:cubicBezTo>
                    <a:pt x="222" y="5060"/>
                    <a:pt x="304" y="5091"/>
                    <a:pt x="386" y="5091"/>
                  </a:cubicBezTo>
                  <a:cubicBezTo>
                    <a:pt x="470" y="5091"/>
                    <a:pt x="555" y="5058"/>
                    <a:pt x="618" y="4992"/>
                  </a:cubicBezTo>
                  <a:lnTo>
                    <a:pt x="5022" y="587"/>
                  </a:lnTo>
                  <a:cubicBezTo>
                    <a:pt x="5154" y="462"/>
                    <a:pt x="5154" y="254"/>
                    <a:pt x="5022" y="129"/>
                  </a:cubicBezTo>
                  <a:lnTo>
                    <a:pt x="4988" y="95"/>
                  </a:lnTo>
                  <a:cubicBezTo>
                    <a:pt x="4925" y="32"/>
                    <a:pt x="4842" y="1"/>
                    <a:pt x="47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9" name="Google Shape;1029;p42">
            <a:extLst>
              <a:ext uri="{FF2B5EF4-FFF2-40B4-BE49-F238E27FC236}">
                <a16:creationId xmlns:a16="http://schemas.microsoft.com/office/drawing/2014/main" id="{7CFBBA65-2C29-AC7C-57E5-214187A05A8C}"/>
              </a:ext>
            </a:extLst>
          </p:cNvPr>
          <p:cNvGrpSpPr/>
          <p:nvPr/>
        </p:nvGrpSpPr>
        <p:grpSpPr>
          <a:xfrm>
            <a:off x="3203541" y="4055774"/>
            <a:ext cx="389068" cy="347787"/>
            <a:chOff x="6191390" y="1981489"/>
            <a:chExt cx="389068" cy="347787"/>
          </a:xfrm>
        </p:grpSpPr>
        <p:sp>
          <p:nvSpPr>
            <p:cNvPr id="1030" name="Google Shape;1030;p42">
              <a:extLst>
                <a:ext uri="{FF2B5EF4-FFF2-40B4-BE49-F238E27FC236}">
                  <a16:creationId xmlns:a16="http://schemas.microsoft.com/office/drawing/2014/main" id="{8549BF70-FFFF-6F16-A044-4BCB58BB583A}"/>
                </a:ext>
              </a:extLst>
            </p:cNvPr>
            <p:cNvSpPr/>
            <p:nvPr/>
          </p:nvSpPr>
          <p:spPr>
            <a:xfrm>
              <a:off x="6260769" y="2030464"/>
              <a:ext cx="250074" cy="250100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4766" y="1"/>
                  </a:moveTo>
                  <a:cubicBezTo>
                    <a:pt x="2134" y="1"/>
                    <a:pt x="0" y="2125"/>
                    <a:pt x="0" y="4757"/>
                  </a:cubicBezTo>
                  <a:cubicBezTo>
                    <a:pt x="0" y="7389"/>
                    <a:pt x="2134" y="9523"/>
                    <a:pt x="4766" y="9523"/>
                  </a:cubicBezTo>
                  <a:cubicBezTo>
                    <a:pt x="7398" y="9523"/>
                    <a:pt x="9523" y="7389"/>
                    <a:pt x="9523" y="4757"/>
                  </a:cubicBezTo>
                  <a:cubicBezTo>
                    <a:pt x="9523" y="2125"/>
                    <a:pt x="7398" y="1"/>
                    <a:pt x="47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42">
              <a:extLst>
                <a:ext uri="{FF2B5EF4-FFF2-40B4-BE49-F238E27FC236}">
                  <a16:creationId xmlns:a16="http://schemas.microsoft.com/office/drawing/2014/main" id="{038D44DB-0BAF-6EDF-F52C-0FEC7C6397D1}"/>
                </a:ext>
              </a:extLst>
            </p:cNvPr>
            <p:cNvSpPr/>
            <p:nvPr/>
          </p:nvSpPr>
          <p:spPr>
            <a:xfrm>
              <a:off x="6312291" y="2031724"/>
              <a:ext cx="198552" cy="246818"/>
            </a:xfrm>
            <a:custGeom>
              <a:avLst/>
              <a:gdLst/>
              <a:ahLst/>
              <a:cxnLst/>
              <a:rect l="l" t="t" r="r" b="b"/>
              <a:pathLst>
                <a:path w="7561" h="9399" extrusionOk="0">
                  <a:moveTo>
                    <a:pt x="3493" y="1"/>
                  </a:moveTo>
                  <a:lnTo>
                    <a:pt x="3819" y="393"/>
                  </a:lnTo>
                  <a:cubicBezTo>
                    <a:pt x="3857" y="441"/>
                    <a:pt x="3866" y="498"/>
                    <a:pt x="3847" y="556"/>
                  </a:cubicBezTo>
                  <a:lnTo>
                    <a:pt x="3627" y="1073"/>
                  </a:lnTo>
                  <a:cubicBezTo>
                    <a:pt x="3611" y="1105"/>
                    <a:pt x="3582" y="1122"/>
                    <a:pt x="3554" y="1122"/>
                  </a:cubicBezTo>
                  <a:cubicBezTo>
                    <a:pt x="3532" y="1122"/>
                    <a:pt x="3510" y="1112"/>
                    <a:pt x="3493" y="1092"/>
                  </a:cubicBezTo>
                  <a:lnTo>
                    <a:pt x="3292" y="795"/>
                  </a:lnTo>
                  <a:cubicBezTo>
                    <a:pt x="3254" y="747"/>
                    <a:pt x="3206" y="728"/>
                    <a:pt x="3149" y="728"/>
                  </a:cubicBezTo>
                  <a:lnTo>
                    <a:pt x="2929" y="738"/>
                  </a:lnTo>
                  <a:cubicBezTo>
                    <a:pt x="2842" y="747"/>
                    <a:pt x="2775" y="785"/>
                    <a:pt x="2728" y="852"/>
                  </a:cubicBezTo>
                  <a:lnTo>
                    <a:pt x="2115" y="1762"/>
                  </a:lnTo>
                  <a:cubicBezTo>
                    <a:pt x="2058" y="1848"/>
                    <a:pt x="2106" y="1963"/>
                    <a:pt x="2211" y="1982"/>
                  </a:cubicBezTo>
                  <a:lnTo>
                    <a:pt x="2488" y="2039"/>
                  </a:lnTo>
                  <a:cubicBezTo>
                    <a:pt x="2501" y="2042"/>
                    <a:pt x="2513" y="2043"/>
                    <a:pt x="2526" y="2043"/>
                  </a:cubicBezTo>
                  <a:cubicBezTo>
                    <a:pt x="2608" y="2043"/>
                    <a:pt x="2685" y="1990"/>
                    <a:pt x="2718" y="1915"/>
                  </a:cubicBezTo>
                  <a:lnTo>
                    <a:pt x="2852" y="1541"/>
                  </a:lnTo>
                  <a:cubicBezTo>
                    <a:pt x="2874" y="1480"/>
                    <a:pt x="2932" y="1445"/>
                    <a:pt x="2990" y="1445"/>
                  </a:cubicBezTo>
                  <a:cubicBezTo>
                    <a:pt x="3031" y="1445"/>
                    <a:pt x="3073" y="1463"/>
                    <a:pt x="3101" y="1503"/>
                  </a:cubicBezTo>
                  <a:lnTo>
                    <a:pt x="3225" y="1656"/>
                  </a:lnTo>
                  <a:lnTo>
                    <a:pt x="3149" y="2164"/>
                  </a:lnTo>
                  <a:cubicBezTo>
                    <a:pt x="3149" y="2192"/>
                    <a:pt x="3120" y="2221"/>
                    <a:pt x="3091" y="2221"/>
                  </a:cubicBezTo>
                  <a:lnTo>
                    <a:pt x="2450" y="2317"/>
                  </a:lnTo>
                  <a:cubicBezTo>
                    <a:pt x="2421" y="2326"/>
                    <a:pt x="2393" y="2336"/>
                    <a:pt x="2373" y="2355"/>
                  </a:cubicBezTo>
                  <a:lnTo>
                    <a:pt x="1742" y="2814"/>
                  </a:lnTo>
                  <a:cubicBezTo>
                    <a:pt x="1675" y="2862"/>
                    <a:pt x="1627" y="2929"/>
                    <a:pt x="1608" y="3006"/>
                  </a:cubicBezTo>
                  <a:lnTo>
                    <a:pt x="1550" y="3264"/>
                  </a:lnTo>
                  <a:cubicBezTo>
                    <a:pt x="1533" y="3335"/>
                    <a:pt x="1457" y="3390"/>
                    <a:pt x="1386" y="3390"/>
                  </a:cubicBezTo>
                  <a:cubicBezTo>
                    <a:pt x="1380" y="3390"/>
                    <a:pt x="1374" y="3389"/>
                    <a:pt x="1369" y="3389"/>
                  </a:cubicBezTo>
                  <a:lnTo>
                    <a:pt x="1081" y="3350"/>
                  </a:lnTo>
                  <a:cubicBezTo>
                    <a:pt x="1075" y="3349"/>
                    <a:pt x="1068" y="3349"/>
                    <a:pt x="1062" y="3349"/>
                  </a:cubicBezTo>
                  <a:cubicBezTo>
                    <a:pt x="994" y="3349"/>
                    <a:pt x="935" y="3394"/>
                    <a:pt x="909" y="3456"/>
                  </a:cubicBezTo>
                  <a:lnTo>
                    <a:pt x="747" y="3886"/>
                  </a:lnTo>
                  <a:cubicBezTo>
                    <a:pt x="718" y="3972"/>
                    <a:pt x="766" y="4078"/>
                    <a:pt x="861" y="4106"/>
                  </a:cubicBezTo>
                  <a:lnTo>
                    <a:pt x="1215" y="4202"/>
                  </a:lnTo>
                  <a:cubicBezTo>
                    <a:pt x="1234" y="4208"/>
                    <a:pt x="1253" y="4210"/>
                    <a:pt x="1272" y="4210"/>
                  </a:cubicBezTo>
                  <a:cubicBezTo>
                    <a:pt x="1347" y="4210"/>
                    <a:pt x="1414" y="4166"/>
                    <a:pt x="1445" y="4097"/>
                  </a:cubicBezTo>
                  <a:lnTo>
                    <a:pt x="1684" y="3580"/>
                  </a:lnTo>
                  <a:cubicBezTo>
                    <a:pt x="1723" y="3503"/>
                    <a:pt x="1790" y="3436"/>
                    <a:pt x="1885" y="3408"/>
                  </a:cubicBezTo>
                  <a:lnTo>
                    <a:pt x="2268" y="3283"/>
                  </a:lnTo>
                  <a:lnTo>
                    <a:pt x="2785" y="3915"/>
                  </a:lnTo>
                  <a:lnTo>
                    <a:pt x="2737" y="4068"/>
                  </a:lnTo>
                  <a:cubicBezTo>
                    <a:pt x="2708" y="4154"/>
                    <a:pt x="2756" y="4250"/>
                    <a:pt x="2842" y="4279"/>
                  </a:cubicBezTo>
                  <a:cubicBezTo>
                    <a:pt x="2862" y="4288"/>
                    <a:pt x="2881" y="4288"/>
                    <a:pt x="2900" y="4288"/>
                  </a:cubicBezTo>
                  <a:cubicBezTo>
                    <a:pt x="2976" y="4288"/>
                    <a:pt x="3043" y="4240"/>
                    <a:pt x="3063" y="4173"/>
                  </a:cubicBezTo>
                  <a:lnTo>
                    <a:pt x="3110" y="4020"/>
                  </a:lnTo>
                  <a:cubicBezTo>
                    <a:pt x="3149" y="3915"/>
                    <a:pt x="3130" y="3790"/>
                    <a:pt x="3053" y="3704"/>
                  </a:cubicBezTo>
                  <a:lnTo>
                    <a:pt x="2622" y="3168"/>
                  </a:lnTo>
                  <a:lnTo>
                    <a:pt x="2728" y="3140"/>
                  </a:lnTo>
                  <a:lnTo>
                    <a:pt x="3101" y="3369"/>
                  </a:lnTo>
                  <a:cubicBezTo>
                    <a:pt x="3177" y="3417"/>
                    <a:pt x="3235" y="3494"/>
                    <a:pt x="3254" y="3590"/>
                  </a:cubicBezTo>
                  <a:lnTo>
                    <a:pt x="3340" y="3982"/>
                  </a:lnTo>
                  <a:cubicBezTo>
                    <a:pt x="3350" y="4068"/>
                    <a:pt x="3426" y="4116"/>
                    <a:pt x="3503" y="4125"/>
                  </a:cubicBezTo>
                  <a:lnTo>
                    <a:pt x="3541" y="4125"/>
                  </a:lnTo>
                  <a:cubicBezTo>
                    <a:pt x="3627" y="4097"/>
                    <a:pt x="3685" y="4011"/>
                    <a:pt x="3665" y="3924"/>
                  </a:cubicBezTo>
                  <a:lnTo>
                    <a:pt x="3627" y="3695"/>
                  </a:lnTo>
                  <a:cubicBezTo>
                    <a:pt x="3608" y="3609"/>
                    <a:pt x="3665" y="3532"/>
                    <a:pt x="3742" y="3523"/>
                  </a:cubicBezTo>
                  <a:cubicBezTo>
                    <a:pt x="3809" y="3513"/>
                    <a:pt x="3857" y="3465"/>
                    <a:pt x="3866" y="3408"/>
                  </a:cubicBezTo>
                  <a:lnTo>
                    <a:pt x="3943" y="3006"/>
                  </a:lnTo>
                  <a:cubicBezTo>
                    <a:pt x="3969" y="2936"/>
                    <a:pt x="4028" y="2890"/>
                    <a:pt x="4096" y="2890"/>
                  </a:cubicBezTo>
                  <a:cubicBezTo>
                    <a:pt x="4102" y="2890"/>
                    <a:pt x="4109" y="2890"/>
                    <a:pt x="4115" y="2891"/>
                  </a:cubicBezTo>
                  <a:lnTo>
                    <a:pt x="4201" y="2891"/>
                  </a:lnTo>
                  <a:cubicBezTo>
                    <a:pt x="4240" y="2891"/>
                    <a:pt x="4288" y="2881"/>
                    <a:pt x="4316" y="2853"/>
                  </a:cubicBezTo>
                  <a:cubicBezTo>
                    <a:pt x="4348" y="2821"/>
                    <a:pt x="4380" y="2802"/>
                    <a:pt x="4417" y="2802"/>
                  </a:cubicBezTo>
                  <a:cubicBezTo>
                    <a:pt x="4425" y="2802"/>
                    <a:pt x="4432" y="2803"/>
                    <a:pt x="4441" y="2805"/>
                  </a:cubicBezTo>
                  <a:lnTo>
                    <a:pt x="4699" y="2824"/>
                  </a:lnTo>
                  <a:cubicBezTo>
                    <a:pt x="4756" y="2843"/>
                    <a:pt x="4795" y="2891"/>
                    <a:pt x="4804" y="2939"/>
                  </a:cubicBezTo>
                  <a:lnTo>
                    <a:pt x="4833" y="3054"/>
                  </a:lnTo>
                  <a:cubicBezTo>
                    <a:pt x="4852" y="3140"/>
                    <a:pt x="4795" y="3226"/>
                    <a:pt x="4709" y="3245"/>
                  </a:cubicBezTo>
                  <a:lnTo>
                    <a:pt x="3972" y="3465"/>
                  </a:lnTo>
                  <a:cubicBezTo>
                    <a:pt x="3886" y="3484"/>
                    <a:pt x="3857" y="3590"/>
                    <a:pt x="3914" y="3656"/>
                  </a:cubicBezTo>
                  <a:lnTo>
                    <a:pt x="3981" y="3733"/>
                  </a:lnTo>
                  <a:cubicBezTo>
                    <a:pt x="4005" y="3765"/>
                    <a:pt x="4042" y="3783"/>
                    <a:pt x="4081" y="3783"/>
                  </a:cubicBezTo>
                  <a:cubicBezTo>
                    <a:pt x="4089" y="3783"/>
                    <a:pt x="4097" y="3783"/>
                    <a:pt x="4106" y="3781"/>
                  </a:cubicBezTo>
                  <a:lnTo>
                    <a:pt x="4536" y="3752"/>
                  </a:lnTo>
                  <a:cubicBezTo>
                    <a:pt x="4542" y="3751"/>
                    <a:pt x="4548" y="3751"/>
                    <a:pt x="4553" y="3751"/>
                  </a:cubicBezTo>
                  <a:cubicBezTo>
                    <a:pt x="4624" y="3751"/>
                    <a:pt x="4691" y="3806"/>
                    <a:pt x="4709" y="3877"/>
                  </a:cubicBezTo>
                  <a:lnTo>
                    <a:pt x="4728" y="3991"/>
                  </a:lnTo>
                  <a:cubicBezTo>
                    <a:pt x="4766" y="4183"/>
                    <a:pt x="4632" y="4365"/>
                    <a:pt x="4431" y="4384"/>
                  </a:cubicBezTo>
                  <a:lnTo>
                    <a:pt x="3598" y="4451"/>
                  </a:lnTo>
                  <a:cubicBezTo>
                    <a:pt x="3512" y="4460"/>
                    <a:pt x="3464" y="4547"/>
                    <a:pt x="3484" y="4633"/>
                  </a:cubicBezTo>
                  <a:cubicBezTo>
                    <a:pt x="3516" y="4731"/>
                    <a:pt x="3437" y="4823"/>
                    <a:pt x="3341" y="4823"/>
                  </a:cubicBezTo>
                  <a:cubicBezTo>
                    <a:pt x="3325" y="4823"/>
                    <a:pt x="3309" y="4820"/>
                    <a:pt x="3292" y="4814"/>
                  </a:cubicBezTo>
                  <a:lnTo>
                    <a:pt x="2680" y="4614"/>
                  </a:lnTo>
                  <a:cubicBezTo>
                    <a:pt x="2594" y="4585"/>
                    <a:pt x="2536" y="4508"/>
                    <a:pt x="2517" y="4432"/>
                  </a:cubicBezTo>
                  <a:cubicBezTo>
                    <a:pt x="2498" y="4307"/>
                    <a:pt x="2393" y="4231"/>
                    <a:pt x="2278" y="4231"/>
                  </a:cubicBezTo>
                  <a:lnTo>
                    <a:pt x="1694" y="4250"/>
                  </a:lnTo>
                  <a:cubicBezTo>
                    <a:pt x="1483" y="4250"/>
                    <a:pt x="1273" y="4298"/>
                    <a:pt x="1081" y="4384"/>
                  </a:cubicBezTo>
                  <a:lnTo>
                    <a:pt x="881" y="4470"/>
                  </a:lnTo>
                  <a:cubicBezTo>
                    <a:pt x="766" y="4518"/>
                    <a:pt x="689" y="4633"/>
                    <a:pt x="680" y="4757"/>
                  </a:cubicBezTo>
                  <a:lnTo>
                    <a:pt x="680" y="4920"/>
                  </a:lnTo>
                  <a:lnTo>
                    <a:pt x="86" y="5599"/>
                  </a:lnTo>
                  <a:cubicBezTo>
                    <a:pt x="38" y="5657"/>
                    <a:pt x="10" y="5733"/>
                    <a:pt x="0" y="5810"/>
                  </a:cubicBezTo>
                  <a:lnTo>
                    <a:pt x="0" y="6528"/>
                  </a:lnTo>
                  <a:cubicBezTo>
                    <a:pt x="0" y="6671"/>
                    <a:pt x="57" y="6796"/>
                    <a:pt x="153" y="6891"/>
                  </a:cubicBezTo>
                  <a:lnTo>
                    <a:pt x="670" y="7389"/>
                  </a:lnTo>
                  <a:cubicBezTo>
                    <a:pt x="756" y="7465"/>
                    <a:pt x="861" y="7513"/>
                    <a:pt x="976" y="7523"/>
                  </a:cubicBezTo>
                  <a:lnTo>
                    <a:pt x="2527" y="7657"/>
                  </a:lnTo>
                  <a:cubicBezTo>
                    <a:pt x="2622" y="7666"/>
                    <a:pt x="2699" y="7753"/>
                    <a:pt x="2680" y="7848"/>
                  </a:cubicBezTo>
                  <a:lnTo>
                    <a:pt x="2670" y="7925"/>
                  </a:lnTo>
                  <a:cubicBezTo>
                    <a:pt x="2661" y="8040"/>
                    <a:pt x="2708" y="8155"/>
                    <a:pt x="2804" y="8231"/>
                  </a:cubicBezTo>
                  <a:lnTo>
                    <a:pt x="3187" y="8509"/>
                  </a:lnTo>
                  <a:lnTo>
                    <a:pt x="3130" y="8700"/>
                  </a:lnTo>
                  <a:cubicBezTo>
                    <a:pt x="3082" y="8824"/>
                    <a:pt x="3130" y="8958"/>
                    <a:pt x="3225" y="9045"/>
                  </a:cubicBezTo>
                  <a:lnTo>
                    <a:pt x="3627" y="9399"/>
                  </a:lnTo>
                  <a:cubicBezTo>
                    <a:pt x="4020" y="9332"/>
                    <a:pt x="4402" y="9207"/>
                    <a:pt x="4766" y="9045"/>
                  </a:cubicBezTo>
                  <a:lnTo>
                    <a:pt x="5398" y="8288"/>
                  </a:lnTo>
                  <a:cubicBezTo>
                    <a:pt x="5503" y="8174"/>
                    <a:pt x="5580" y="8030"/>
                    <a:pt x="5647" y="7887"/>
                  </a:cubicBezTo>
                  <a:lnTo>
                    <a:pt x="6355" y="6269"/>
                  </a:lnTo>
                  <a:cubicBezTo>
                    <a:pt x="6431" y="6097"/>
                    <a:pt x="6307" y="5906"/>
                    <a:pt x="6115" y="5896"/>
                  </a:cubicBezTo>
                  <a:cubicBezTo>
                    <a:pt x="6106" y="5896"/>
                    <a:pt x="6097" y="5897"/>
                    <a:pt x="6088" y="5897"/>
                  </a:cubicBezTo>
                  <a:cubicBezTo>
                    <a:pt x="5897" y="5897"/>
                    <a:pt x="5717" y="5803"/>
                    <a:pt x="5589" y="5657"/>
                  </a:cubicBezTo>
                  <a:lnTo>
                    <a:pt x="4890" y="4824"/>
                  </a:lnTo>
                  <a:cubicBezTo>
                    <a:pt x="4784" y="4696"/>
                    <a:pt x="4899" y="4541"/>
                    <a:pt x="5025" y="4541"/>
                  </a:cubicBezTo>
                  <a:cubicBezTo>
                    <a:pt x="5068" y="4541"/>
                    <a:pt x="5112" y="4560"/>
                    <a:pt x="5149" y="4604"/>
                  </a:cubicBezTo>
                  <a:lnTo>
                    <a:pt x="5847" y="5446"/>
                  </a:lnTo>
                  <a:cubicBezTo>
                    <a:pt x="5914" y="5513"/>
                    <a:pt x="6001" y="5551"/>
                    <a:pt x="6087" y="5561"/>
                  </a:cubicBezTo>
                  <a:cubicBezTo>
                    <a:pt x="6192" y="5561"/>
                    <a:pt x="6297" y="5494"/>
                    <a:pt x="6345" y="5408"/>
                  </a:cubicBezTo>
                  <a:lnTo>
                    <a:pt x="6747" y="4604"/>
                  </a:lnTo>
                  <a:cubicBezTo>
                    <a:pt x="6785" y="4527"/>
                    <a:pt x="6766" y="4441"/>
                    <a:pt x="6699" y="4393"/>
                  </a:cubicBezTo>
                  <a:lnTo>
                    <a:pt x="6575" y="4307"/>
                  </a:lnTo>
                  <a:cubicBezTo>
                    <a:pt x="6537" y="4279"/>
                    <a:pt x="6527" y="4221"/>
                    <a:pt x="6556" y="4173"/>
                  </a:cubicBezTo>
                  <a:lnTo>
                    <a:pt x="6613" y="4087"/>
                  </a:lnTo>
                  <a:cubicBezTo>
                    <a:pt x="6672" y="3985"/>
                    <a:pt x="6778" y="3931"/>
                    <a:pt x="6885" y="3931"/>
                  </a:cubicBezTo>
                  <a:cubicBezTo>
                    <a:pt x="6969" y="3931"/>
                    <a:pt x="7054" y="3963"/>
                    <a:pt x="7120" y="4030"/>
                  </a:cubicBezTo>
                  <a:lnTo>
                    <a:pt x="7561" y="4460"/>
                  </a:lnTo>
                  <a:cubicBezTo>
                    <a:pt x="7551" y="4269"/>
                    <a:pt x="7532" y="4068"/>
                    <a:pt x="7494" y="3886"/>
                  </a:cubicBezTo>
                  <a:cubicBezTo>
                    <a:pt x="7139" y="1857"/>
                    <a:pt x="5532" y="297"/>
                    <a:pt x="34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42">
              <a:extLst>
                <a:ext uri="{FF2B5EF4-FFF2-40B4-BE49-F238E27FC236}">
                  <a16:creationId xmlns:a16="http://schemas.microsoft.com/office/drawing/2014/main" id="{757404EB-22C4-9787-0DBC-2B79223BAEB2}"/>
                </a:ext>
              </a:extLst>
            </p:cNvPr>
            <p:cNvSpPr/>
            <p:nvPr/>
          </p:nvSpPr>
          <p:spPr>
            <a:xfrm>
              <a:off x="6342175" y="2077469"/>
              <a:ext cx="15861" cy="25656"/>
            </a:xfrm>
            <a:custGeom>
              <a:avLst/>
              <a:gdLst/>
              <a:ahLst/>
              <a:cxnLst/>
              <a:rect l="l" t="t" r="r" b="b"/>
              <a:pathLst>
                <a:path w="604" h="977" extrusionOk="0">
                  <a:moveTo>
                    <a:pt x="432" y="0"/>
                  </a:moveTo>
                  <a:cubicBezTo>
                    <a:pt x="336" y="0"/>
                    <a:pt x="259" y="77"/>
                    <a:pt x="259" y="173"/>
                  </a:cubicBezTo>
                  <a:lnTo>
                    <a:pt x="259" y="536"/>
                  </a:lnTo>
                  <a:lnTo>
                    <a:pt x="106" y="680"/>
                  </a:lnTo>
                  <a:cubicBezTo>
                    <a:pt x="1" y="795"/>
                    <a:pt x="77" y="977"/>
                    <a:pt x="231" y="977"/>
                  </a:cubicBezTo>
                  <a:cubicBezTo>
                    <a:pt x="269" y="977"/>
                    <a:pt x="317" y="957"/>
                    <a:pt x="345" y="929"/>
                  </a:cubicBezTo>
                  <a:lnTo>
                    <a:pt x="556" y="737"/>
                  </a:lnTo>
                  <a:cubicBezTo>
                    <a:pt x="585" y="709"/>
                    <a:pt x="604" y="661"/>
                    <a:pt x="604" y="613"/>
                  </a:cubicBezTo>
                  <a:lnTo>
                    <a:pt x="594" y="173"/>
                  </a:lnTo>
                  <a:cubicBezTo>
                    <a:pt x="594" y="77"/>
                    <a:pt x="518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42">
              <a:extLst>
                <a:ext uri="{FF2B5EF4-FFF2-40B4-BE49-F238E27FC236}">
                  <a16:creationId xmlns:a16="http://schemas.microsoft.com/office/drawing/2014/main" id="{8AE1AFF0-788D-D753-17CB-CBD09FF0AE71}"/>
                </a:ext>
              </a:extLst>
            </p:cNvPr>
            <p:cNvSpPr/>
            <p:nvPr/>
          </p:nvSpPr>
          <p:spPr>
            <a:xfrm>
              <a:off x="6241730" y="2077679"/>
              <a:ext cx="338728" cy="251597"/>
            </a:xfrm>
            <a:custGeom>
              <a:avLst/>
              <a:gdLst/>
              <a:ahLst/>
              <a:cxnLst/>
              <a:rect l="l" t="t" r="r" b="b"/>
              <a:pathLst>
                <a:path w="12899" h="9581" extrusionOk="0">
                  <a:moveTo>
                    <a:pt x="11296" y="1"/>
                  </a:moveTo>
                  <a:cubicBezTo>
                    <a:pt x="11159" y="1"/>
                    <a:pt x="11024" y="135"/>
                    <a:pt x="11099" y="299"/>
                  </a:cubicBezTo>
                  <a:cubicBezTo>
                    <a:pt x="12420" y="3103"/>
                    <a:pt x="11482" y="6443"/>
                    <a:pt x="8889" y="8146"/>
                  </a:cubicBezTo>
                  <a:cubicBezTo>
                    <a:pt x="7847" y="8829"/>
                    <a:pt x="6665" y="9161"/>
                    <a:pt x="5492" y="9161"/>
                  </a:cubicBezTo>
                  <a:cubicBezTo>
                    <a:pt x="3754" y="9161"/>
                    <a:pt x="2034" y="8434"/>
                    <a:pt x="811" y="7046"/>
                  </a:cubicBezTo>
                  <a:lnTo>
                    <a:pt x="811" y="7046"/>
                  </a:lnTo>
                  <a:lnTo>
                    <a:pt x="1529" y="7285"/>
                  </a:lnTo>
                  <a:cubicBezTo>
                    <a:pt x="1557" y="7295"/>
                    <a:pt x="1584" y="7300"/>
                    <a:pt x="1609" y="7300"/>
                  </a:cubicBezTo>
                  <a:cubicBezTo>
                    <a:pt x="1821" y="7300"/>
                    <a:pt x="1903" y="6970"/>
                    <a:pt x="1663" y="6893"/>
                  </a:cubicBezTo>
                  <a:lnTo>
                    <a:pt x="285" y="6433"/>
                  </a:lnTo>
                  <a:cubicBezTo>
                    <a:pt x="264" y="6426"/>
                    <a:pt x="242" y="6423"/>
                    <a:pt x="221" y="6423"/>
                  </a:cubicBezTo>
                  <a:cubicBezTo>
                    <a:pt x="102" y="6423"/>
                    <a:pt x="1" y="6531"/>
                    <a:pt x="17" y="6653"/>
                  </a:cubicBezTo>
                  <a:lnTo>
                    <a:pt x="247" y="8261"/>
                  </a:lnTo>
                  <a:cubicBezTo>
                    <a:pt x="256" y="8366"/>
                    <a:pt x="352" y="8443"/>
                    <a:pt x="448" y="8443"/>
                  </a:cubicBezTo>
                  <a:lnTo>
                    <a:pt x="476" y="8443"/>
                  </a:lnTo>
                  <a:cubicBezTo>
                    <a:pt x="601" y="8424"/>
                    <a:pt x="677" y="8319"/>
                    <a:pt x="658" y="8204"/>
                  </a:cubicBezTo>
                  <a:lnTo>
                    <a:pt x="534" y="7352"/>
                  </a:lnTo>
                  <a:lnTo>
                    <a:pt x="534" y="7352"/>
                  </a:lnTo>
                  <a:cubicBezTo>
                    <a:pt x="1834" y="8816"/>
                    <a:pt x="3652" y="9581"/>
                    <a:pt x="5492" y="9581"/>
                  </a:cubicBezTo>
                  <a:cubicBezTo>
                    <a:pt x="6754" y="9581"/>
                    <a:pt x="8026" y="9221"/>
                    <a:pt x="9147" y="8481"/>
                  </a:cubicBezTo>
                  <a:cubicBezTo>
                    <a:pt x="11903" y="6663"/>
                    <a:pt x="12899" y="3103"/>
                    <a:pt x="11482" y="117"/>
                  </a:cubicBezTo>
                  <a:lnTo>
                    <a:pt x="11482" y="117"/>
                  </a:lnTo>
                  <a:lnTo>
                    <a:pt x="11482" y="126"/>
                  </a:lnTo>
                  <a:cubicBezTo>
                    <a:pt x="11439" y="38"/>
                    <a:pt x="11367" y="1"/>
                    <a:pt x="112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42">
              <a:extLst>
                <a:ext uri="{FF2B5EF4-FFF2-40B4-BE49-F238E27FC236}">
                  <a16:creationId xmlns:a16="http://schemas.microsoft.com/office/drawing/2014/main" id="{79C691D1-2FCF-FF52-EEB8-4F6E4BAAA4BA}"/>
                </a:ext>
              </a:extLst>
            </p:cNvPr>
            <p:cNvSpPr/>
            <p:nvPr/>
          </p:nvSpPr>
          <p:spPr>
            <a:xfrm>
              <a:off x="6191390" y="1981489"/>
              <a:ext cx="338807" cy="251676"/>
            </a:xfrm>
            <a:custGeom>
              <a:avLst/>
              <a:gdLst/>
              <a:ahLst/>
              <a:cxnLst/>
              <a:rect l="l" t="t" r="r" b="b"/>
              <a:pathLst>
                <a:path w="12902" h="9584" extrusionOk="0">
                  <a:moveTo>
                    <a:pt x="7403" y="1"/>
                  </a:moveTo>
                  <a:cubicBezTo>
                    <a:pt x="6141" y="1"/>
                    <a:pt x="4870" y="360"/>
                    <a:pt x="3752" y="1100"/>
                  </a:cubicBezTo>
                  <a:cubicBezTo>
                    <a:pt x="996" y="2909"/>
                    <a:pt x="1" y="6479"/>
                    <a:pt x="1417" y="9465"/>
                  </a:cubicBezTo>
                  <a:cubicBezTo>
                    <a:pt x="1456" y="9548"/>
                    <a:pt x="1524" y="9583"/>
                    <a:pt x="1593" y="9583"/>
                  </a:cubicBezTo>
                  <a:cubicBezTo>
                    <a:pt x="1728" y="9583"/>
                    <a:pt x="1867" y="9448"/>
                    <a:pt x="1790" y="9283"/>
                  </a:cubicBezTo>
                  <a:cubicBezTo>
                    <a:pt x="1398" y="8450"/>
                    <a:pt x="1197" y="7541"/>
                    <a:pt x="1197" y="6622"/>
                  </a:cubicBezTo>
                  <a:cubicBezTo>
                    <a:pt x="1197" y="4038"/>
                    <a:pt x="2805" y="1722"/>
                    <a:pt x="5226" y="813"/>
                  </a:cubicBezTo>
                  <a:cubicBezTo>
                    <a:pt x="5937" y="546"/>
                    <a:pt x="6674" y="417"/>
                    <a:pt x="7405" y="417"/>
                  </a:cubicBezTo>
                  <a:cubicBezTo>
                    <a:pt x="9165" y="417"/>
                    <a:pt x="10884" y="1166"/>
                    <a:pt x="12088" y="2545"/>
                  </a:cubicBezTo>
                  <a:lnTo>
                    <a:pt x="11370" y="2306"/>
                  </a:lnTo>
                  <a:cubicBezTo>
                    <a:pt x="11343" y="2297"/>
                    <a:pt x="11318" y="2294"/>
                    <a:pt x="11294" y="2294"/>
                  </a:cubicBezTo>
                  <a:cubicBezTo>
                    <a:pt x="11081" y="2294"/>
                    <a:pt x="11004" y="2612"/>
                    <a:pt x="11236" y="2698"/>
                  </a:cubicBezTo>
                  <a:lnTo>
                    <a:pt x="12614" y="3148"/>
                  </a:lnTo>
                  <a:cubicBezTo>
                    <a:pt x="12634" y="3158"/>
                    <a:pt x="12653" y="3167"/>
                    <a:pt x="12672" y="3167"/>
                  </a:cubicBezTo>
                  <a:cubicBezTo>
                    <a:pt x="12806" y="3167"/>
                    <a:pt x="12901" y="3053"/>
                    <a:pt x="12882" y="2928"/>
                  </a:cubicBezTo>
                  <a:lnTo>
                    <a:pt x="12653" y="1320"/>
                  </a:lnTo>
                  <a:cubicBezTo>
                    <a:pt x="12635" y="1196"/>
                    <a:pt x="12543" y="1139"/>
                    <a:pt x="12450" y="1139"/>
                  </a:cubicBezTo>
                  <a:cubicBezTo>
                    <a:pt x="12336" y="1139"/>
                    <a:pt x="12220" y="1225"/>
                    <a:pt x="12241" y="1378"/>
                  </a:cubicBezTo>
                  <a:lnTo>
                    <a:pt x="12366" y="2229"/>
                  </a:lnTo>
                  <a:cubicBezTo>
                    <a:pt x="11066" y="765"/>
                    <a:pt x="9244" y="1"/>
                    <a:pt x="74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5" name="Google Shape;1035;p42">
            <a:extLst>
              <a:ext uri="{FF2B5EF4-FFF2-40B4-BE49-F238E27FC236}">
                <a16:creationId xmlns:a16="http://schemas.microsoft.com/office/drawing/2014/main" id="{4C8FC847-0E15-B4C6-D1B3-9B6C29CB1447}"/>
              </a:ext>
            </a:extLst>
          </p:cNvPr>
          <p:cNvGrpSpPr/>
          <p:nvPr/>
        </p:nvGrpSpPr>
        <p:grpSpPr>
          <a:xfrm>
            <a:off x="5560658" y="2060343"/>
            <a:ext cx="370863" cy="374199"/>
            <a:chOff x="4686757" y="2762156"/>
            <a:chExt cx="370863" cy="374199"/>
          </a:xfrm>
        </p:grpSpPr>
        <p:sp>
          <p:nvSpPr>
            <p:cNvPr id="1036" name="Google Shape;1036;p42">
              <a:extLst>
                <a:ext uri="{FF2B5EF4-FFF2-40B4-BE49-F238E27FC236}">
                  <a16:creationId xmlns:a16="http://schemas.microsoft.com/office/drawing/2014/main" id="{7D1F4F97-A15D-FB78-9C71-730288DA7742}"/>
                </a:ext>
              </a:extLst>
            </p:cNvPr>
            <p:cNvSpPr/>
            <p:nvPr/>
          </p:nvSpPr>
          <p:spPr>
            <a:xfrm>
              <a:off x="4696767" y="2762156"/>
              <a:ext cx="353207" cy="374199"/>
            </a:xfrm>
            <a:custGeom>
              <a:avLst/>
              <a:gdLst/>
              <a:ahLst/>
              <a:cxnLst/>
              <a:rect l="l" t="t" r="r" b="b"/>
              <a:pathLst>
                <a:path w="13444" h="14243" extrusionOk="0">
                  <a:moveTo>
                    <a:pt x="4822" y="3727"/>
                  </a:moveTo>
                  <a:lnTo>
                    <a:pt x="6361" y="4608"/>
                  </a:lnTo>
                  <a:lnTo>
                    <a:pt x="4822" y="5482"/>
                  </a:lnTo>
                  <a:lnTo>
                    <a:pt x="4822" y="3727"/>
                  </a:lnTo>
                  <a:close/>
                  <a:moveTo>
                    <a:pt x="8741" y="3727"/>
                  </a:moveTo>
                  <a:lnTo>
                    <a:pt x="8741" y="5482"/>
                  </a:lnTo>
                  <a:lnTo>
                    <a:pt x="7201" y="4608"/>
                  </a:lnTo>
                  <a:lnTo>
                    <a:pt x="8741" y="3727"/>
                  </a:lnTo>
                  <a:close/>
                  <a:moveTo>
                    <a:pt x="2685" y="2797"/>
                  </a:moveTo>
                  <a:cubicBezTo>
                    <a:pt x="3448" y="2797"/>
                    <a:pt x="3844" y="3207"/>
                    <a:pt x="4405" y="3484"/>
                  </a:cubicBezTo>
                  <a:lnTo>
                    <a:pt x="4405" y="5725"/>
                  </a:lnTo>
                  <a:lnTo>
                    <a:pt x="2422" y="6862"/>
                  </a:lnTo>
                  <a:lnTo>
                    <a:pt x="1707" y="6453"/>
                  </a:lnTo>
                  <a:cubicBezTo>
                    <a:pt x="937" y="6016"/>
                    <a:pt x="563" y="5107"/>
                    <a:pt x="792" y="4247"/>
                  </a:cubicBezTo>
                  <a:cubicBezTo>
                    <a:pt x="1021" y="3394"/>
                    <a:pt x="1797" y="2797"/>
                    <a:pt x="2685" y="2797"/>
                  </a:cubicBezTo>
                  <a:close/>
                  <a:moveTo>
                    <a:pt x="10870" y="2797"/>
                  </a:moveTo>
                  <a:cubicBezTo>
                    <a:pt x="11758" y="2797"/>
                    <a:pt x="12535" y="3394"/>
                    <a:pt x="12764" y="4247"/>
                  </a:cubicBezTo>
                  <a:cubicBezTo>
                    <a:pt x="12992" y="5107"/>
                    <a:pt x="12618" y="6009"/>
                    <a:pt x="11848" y="6453"/>
                  </a:cubicBezTo>
                  <a:lnTo>
                    <a:pt x="11140" y="6862"/>
                  </a:lnTo>
                  <a:lnTo>
                    <a:pt x="9150" y="5725"/>
                  </a:lnTo>
                  <a:lnTo>
                    <a:pt x="9150" y="3484"/>
                  </a:lnTo>
                  <a:cubicBezTo>
                    <a:pt x="9725" y="3200"/>
                    <a:pt x="10114" y="2797"/>
                    <a:pt x="10870" y="2797"/>
                  </a:cubicBezTo>
                  <a:close/>
                  <a:moveTo>
                    <a:pt x="4398" y="6203"/>
                  </a:moveTo>
                  <a:lnTo>
                    <a:pt x="4398" y="7993"/>
                  </a:lnTo>
                  <a:lnTo>
                    <a:pt x="2838" y="7098"/>
                  </a:lnTo>
                  <a:lnTo>
                    <a:pt x="4398" y="6203"/>
                  </a:lnTo>
                  <a:close/>
                  <a:moveTo>
                    <a:pt x="9150" y="6203"/>
                  </a:moveTo>
                  <a:lnTo>
                    <a:pt x="10710" y="7098"/>
                  </a:lnTo>
                  <a:lnTo>
                    <a:pt x="9150" y="7993"/>
                  </a:lnTo>
                  <a:lnTo>
                    <a:pt x="9150" y="6203"/>
                  </a:lnTo>
                  <a:close/>
                  <a:moveTo>
                    <a:pt x="6778" y="4844"/>
                  </a:moveTo>
                  <a:lnTo>
                    <a:pt x="8741" y="5967"/>
                  </a:lnTo>
                  <a:lnTo>
                    <a:pt x="8741" y="8235"/>
                  </a:lnTo>
                  <a:lnTo>
                    <a:pt x="6778" y="9352"/>
                  </a:lnTo>
                  <a:lnTo>
                    <a:pt x="4822" y="8235"/>
                  </a:lnTo>
                  <a:lnTo>
                    <a:pt x="4822" y="5967"/>
                  </a:lnTo>
                  <a:lnTo>
                    <a:pt x="6778" y="4844"/>
                  </a:lnTo>
                  <a:close/>
                  <a:moveTo>
                    <a:pt x="4822" y="8721"/>
                  </a:moveTo>
                  <a:lnTo>
                    <a:pt x="6354" y="9595"/>
                  </a:lnTo>
                  <a:lnTo>
                    <a:pt x="4822" y="10476"/>
                  </a:lnTo>
                  <a:lnTo>
                    <a:pt x="4822" y="8721"/>
                  </a:lnTo>
                  <a:close/>
                  <a:moveTo>
                    <a:pt x="8734" y="8714"/>
                  </a:moveTo>
                  <a:lnTo>
                    <a:pt x="8734" y="10476"/>
                  </a:lnTo>
                  <a:lnTo>
                    <a:pt x="7201" y="9595"/>
                  </a:lnTo>
                  <a:lnTo>
                    <a:pt x="8734" y="8714"/>
                  </a:lnTo>
                  <a:close/>
                  <a:moveTo>
                    <a:pt x="11140" y="7341"/>
                  </a:moveTo>
                  <a:lnTo>
                    <a:pt x="11855" y="7743"/>
                  </a:lnTo>
                  <a:cubicBezTo>
                    <a:pt x="12306" y="8007"/>
                    <a:pt x="12632" y="8430"/>
                    <a:pt x="12764" y="8929"/>
                  </a:cubicBezTo>
                  <a:cubicBezTo>
                    <a:pt x="13125" y="10254"/>
                    <a:pt x="12073" y="11406"/>
                    <a:pt x="10873" y="11406"/>
                  </a:cubicBezTo>
                  <a:cubicBezTo>
                    <a:pt x="10553" y="11406"/>
                    <a:pt x="10223" y="11324"/>
                    <a:pt x="9906" y="11142"/>
                  </a:cubicBezTo>
                  <a:lnTo>
                    <a:pt x="9157" y="10712"/>
                  </a:lnTo>
                  <a:lnTo>
                    <a:pt x="9157" y="8478"/>
                  </a:lnTo>
                  <a:lnTo>
                    <a:pt x="11140" y="7341"/>
                  </a:lnTo>
                  <a:close/>
                  <a:moveTo>
                    <a:pt x="6778" y="9838"/>
                  </a:moveTo>
                  <a:lnTo>
                    <a:pt x="8741" y="10954"/>
                  </a:lnTo>
                  <a:lnTo>
                    <a:pt x="8741" y="11821"/>
                  </a:lnTo>
                  <a:cubicBezTo>
                    <a:pt x="8734" y="12903"/>
                    <a:pt x="7860" y="13777"/>
                    <a:pt x="6778" y="13777"/>
                  </a:cubicBezTo>
                  <a:cubicBezTo>
                    <a:pt x="5702" y="13777"/>
                    <a:pt x="4822" y="12903"/>
                    <a:pt x="4822" y="11821"/>
                  </a:cubicBezTo>
                  <a:lnTo>
                    <a:pt x="4822" y="10954"/>
                  </a:lnTo>
                  <a:lnTo>
                    <a:pt x="6778" y="9838"/>
                  </a:lnTo>
                  <a:close/>
                  <a:moveTo>
                    <a:pt x="6767" y="0"/>
                  </a:moveTo>
                  <a:cubicBezTo>
                    <a:pt x="6533" y="0"/>
                    <a:pt x="6296" y="35"/>
                    <a:pt x="6063" y="106"/>
                  </a:cubicBezTo>
                  <a:cubicBezTo>
                    <a:pt x="5071" y="418"/>
                    <a:pt x="4398" y="1334"/>
                    <a:pt x="4398" y="2374"/>
                  </a:cubicBezTo>
                  <a:lnTo>
                    <a:pt x="4398" y="3006"/>
                  </a:lnTo>
                  <a:lnTo>
                    <a:pt x="3851" y="2693"/>
                  </a:lnTo>
                  <a:cubicBezTo>
                    <a:pt x="3488" y="2491"/>
                    <a:pt x="3094" y="2395"/>
                    <a:pt x="2706" y="2395"/>
                  </a:cubicBezTo>
                  <a:cubicBezTo>
                    <a:pt x="1881" y="2395"/>
                    <a:pt x="1080" y="2827"/>
                    <a:pt x="646" y="3595"/>
                  </a:cubicBezTo>
                  <a:cubicBezTo>
                    <a:pt x="1" y="4719"/>
                    <a:pt x="375" y="6155"/>
                    <a:pt x="1492" y="6814"/>
                  </a:cubicBezTo>
                  <a:lnTo>
                    <a:pt x="1992" y="7098"/>
                  </a:lnTo>
                  <a:lnTo>
                    <a:pt x="1499" y="7389"/>
                  </a:lnTo>
                  <a:cubicBezTo>
                    <a:pt x="597" y="7902"/>
                    <a:pt x="140" y="8943"/>
                    <a:pt x="369" y="9956"/>
                  </a:cubicBezTo>
                  <a:cubicBezTo>
                    <a:pt x="591" y="10968"/>
                    <a:pt x="1444" y="11717"/>
                    <a:pt x="2477" y="11808"/>
                  </a:cubicBezTo>
                  <a:lnTo>
                    <a:pt x="2491" y="11808"/>
                  </a:lnTo>
                  <a:cubicBezTo>
                    <a:pt x="2495" y="11808"/>
                    <a:pt x="2500" y="11808"/>
                    <a:pt x="2504" y="11808"/>
                  </a:cubicBezTo>
                  <a:cubicBezTo>
                    <a:pt x="2769" y="11808"/>
                    <a:pt x="2785" y="11398"/>
                    <a:pt x="2512" y="11391"/>
                  </a:cubicBezTo>
                  <a:cubicBezTo>
                    <a:pt x="1659" y="11315"/>
                    <a:pt x="958" y="10698"/>
                    <a:pt x="778" y="9865"/>
                  </a:cubicBezTo>
                  <a:cubicBezTo>
                    <a:pt x="591" y="9033"/>
                    <a:pt x="965" y="8173"/>
                    <a:pt x="1707" y="7750"/>
                  </a:cubicBezTo>
                  <a:lnTo>
                    <a:pt x="2415" y="7341"/>
                  </a:lnTo>
                  <a:lnTo>
                    <a:pt x="4405" y="8478"/>
                  </a:lnTo>
                  <a:lnTo>
                    <a:pt x="4405" y="10712"/>
                  </a:lnTo>
                  <a:cubicBezTo>
                    <a:pt x="3740" y="11079"/>
                    <a:pt x="3587" y="11211"/>
                    <a:pt x="3261" y="11315"/>
                  </a:cubicBezTo>
                  <a:cubicBezTo>
                    <a:pt x="3014" y="11391"/>
                    <a:pt x="3097" y="11727"/>
                    <a:pt x="3319" y="11727"/>
                  </a:cubicBezTo>
                  <a:cubicBezTo>
                    <a:pt x="3340" y="11727"/>
                    <a:pt x="3362" y="11724"/>
                    <a:pt x="3386" y="11717"/>
                  </a:cubicBezTo>
                  <a:cubicBezTo>
                    <a:pt x="3760" y="11599"/>
                    <a:pt x="3948" y="11447"/>
                    <a:pt x="4405" y="11197"/>
                  </a:cubicBezTo>
                  <a:lnTo>
                    <a:pt x="4405" y="11821"/>
                  </a:lnTo>
                  <a:cubicBezTo>
                    <a:pt x="4378" y="13153"/>
                    <a:pt x="5446" y="14242"/>
                    <a:pt x="6778" y="14242"/>
                  </a:cubicBezTo>
                  <a:cubicBezTo>
                    <a:pt x="8109" y="14242"/>
                    <a:pt x="9178" y="13153"/>
                    <a:pt x="9157" y="11821"/>
                  </a:cubicBezTo>
                  <a:lnTo>
                    <a:pt x="9157" y="11197"/>
                  </a:lnTo>
                  <a:cubicBezTo>
                    <a:pt x="9517" y="11371"/>
                    <a:pt x="10003" y="11821"/>
                    <a:pt x="10877" y="11821"/>
                  </a:cubicBezTo>
                  <a:cubicBezTo>
                    <a:pt x="11952" y="11821"/>
                    <a:pt x="12888" y="11093"/>
                    <a:pt x="13166" y="10053"/>
                  </a:cubicBezTo>
                  <a:cubicBezTo>
                    <a:pt x="13443" y="9019"/>
                    <a:pt x="12985" y="7923"/>
                    <a:pt x="12056" y="7389"/>
                  </a:cubicBezTo>
                  <a:lnTo>
                    <a:pt x="11564" y="7105"/>
                  </a:lnTo>
                  <a:lnTo>
                    <a:pt x="12056" y="6820"/>
                  </a:lnTo>
                  <a:cubicBezTo>
                    <a:pt x="12791" y="6390"/>
                    <a:pt x="13249" y="5600"/>
                    <a:pt x="13249" y="4747"/>
                  </a:cubicBezTo>
                  <a:cubicBezTo>
                    <a:pt x="13249" y="3375"/>
                    <a:pt x="12106" y="2377"/>
                    <a:pt x="10863" y="2377"/>
                  </a:cubicBezTo>
                  <a:cubicBezTo>
                    <a:pt x="10471" y="2377"/>
                    <a:pt x="10070" y="2476"/>
                    <a:pt x="9691" y="2693"/>
                  </a:cubicBezTo>
                  <a:lnTo>
                    <a:pt x="9150" y="3006"/>
                  </a:lnTo>
                  <a:cubicBezTo>
                    <a:pt x="9136" y="2485"/>
                    <a:pt x="9178" y="2250"/>
                    <a:pt x="9087" y="1861"/>
                  </a:cubicBezTo>
                  <a:cubicBezTo>
                    <a:pt x="9064" y="1748"/>
                    <a:pt x="8979" y="1698"/>
                    <a:pt x="8892" y="1698"/>
                  </a:cubicBezTo>
                  <a:cubicBezTo>
                    <a:pt x="8771" y="1698"/>
                    <a:pt x="8646" y="1794"/>
                    <a:pt x="8678" y="1951"/>
                  </a:cubicBezTo>
                  <a:cubicBezTo>
                    <a:pt x="8754" y="2284"/>
                    <a:pt x="8720" y="2471"/>
                    <a:pt x="8727" y="3241"/>
                  </a:cubicBezTo>
                  <a:lnTo>
                    <a:pt x="6771" y="4365"/>
                  </a:lnTo>
                  <a:lnTo>
                    <a:pt x="4815" y="3241"/>
                  </a:lnTo>
                  <a:lnTo>
                    <a:pt x="4815" y="2374"/>
                  </a:lnTo>
                  <a:cubicBezTo>
                    <a:pt x="4815" y="1521"/>
                    <a:pt x="5370" y="765"/>
                    <a:pt x="6188" y="509"/>
                  </a:cubicBezTo>
                  <a:cubicBezTo>
                    <a:pt x="6381" y="448"/>
                    <a:pt x="6578" y="419"/>
                    <a:pt x="6773" y="419"/>
                  </a:cubicBezTo>
                  <a:cubicBezTo>
                    <a:pt x="7401" y="419"/>
                    <a:pt x="8004" y="724"/>
                    <a:pt x="8380" y="1265"/>
                  </a:cubicBezTo>
                  <a:cubicBezTo>
                    <a:pt x="8426" y="1330"/>
                    <a:pt x="8487" y="1358"/>
                    <a:pt x="8547" y="1358"/>
                  </a:cubicBezTo>
                  <a:cubicBezTo>
                    <a:pt x="8697" y="1358"/>
                    <a:pt x="8840" y="1190"/>
                    <a:pt x="8727" y="1022"/>
                  </a:cubicBezTo>
                  <a:cubicBezTo>
                    <a:pt x="8270" y="369"/>
                    <a:pt x="7533" y="0"/>
                    <a:pt x="67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42">
              <a:extLst>
                <a:ext uri="{FF2B5EF4-FFF2-40B4-BE49-F238E27FC236}">
                  <a16:creationId xmlns:a16="http://schemas.microsoft.com/office/drawing/2014/main" id="{A27C6886-98F6-A4C9-9977-B774B55543D9}"/>
                </a:ext>
              </a:extLst>
            </p:cNvPr>
            <p:cNvSpPr/>
            <p:nvPr/>
          </p:nvSpPr>
          <p:spPr>
            <a:xfrm>
              <a:off x="4843656" y="2919134"/>
              <a:ext cx="62161" cy="59244"/>
            </a:xfrm>
            <a:custGeom>
              <a:avLst/>
              <a:gdLst/>
              <a:ahLst/>
              <a:cxnLst/>
              <a:rect l="l" t="t" r="r" b="b"/>
              <a:pathLst>
                <a:path w="2366" h="2255" extrusionOk="0">
                  <a:moveTo>
                    <a:pt x="1191" y="0"/>
                  </a:moveTo>
                  <a:cubicBezTo>
                    <a:pt x="667" y="0"/>
                    <a:pt x="146" y="346"/>
                    <a:pt x="70" y="991"/>
                  </a:cubicBezTo>
                  <a:cubicBezTo>
                    <a:pt x="0" y="1504"/>
                    <a:pt x="306" y="2004"/>
                    <a:pt x="791" y="2184"/>
                  </a:cubicBezTo>
                  <a:cubicBezTo>
                    <a:pt x="920" y="2232"/>
                    <a:pt x="1053" y="2255"/>
                    <a:pt x="1185" y="2255"/>
                  </a:cubicBezTo>
                  <a:cubicBezTo>
                    <a:pt x="1552" y="2255"/>
                    <a:pt x="1909" y="2077"/>
                    <a:pt x="2123" y="1761"/>
                  </a:cubicBezTo>
                  <a:cubicBezTo>
                    <a:pt x="2324" y="1456"/>
                    <a:pt x="2366" y="1081"/>
                    <a:pt x="2248" y="741"/>
                  </a:cubicBezTo>
                  <a:cubicBezTo>
                    <a:pt x="2062" y="238"/>
                    <a:pt x="1626" y="0"/>
                    <a:pt x="11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42">
              <a:extLst>
                <a:ext uri="{FF2B5EF4-FFF2-40B4-BE49-F238E27FC236}">
                  <a16:creationId xmlns:a16="http://schemas.microsoft.com/office/drawing/2014/main" id="{F4DB862F-1D54-9B79-1D84-3D5BF85DDFB2}"/>
                </a:ext>
              </a:extLst>
            </p:cNvPr>
            <p:cNvSpPr/>
            <p:nvPr/>
          </p:nvSpPr>
          <p:spPr>
            <a:xfrm>
              <a:off x="4686757" y="2827311"/>
              <a:ext cx="62660" cy="48473"/>
            </a:xfrm>
            <a:custGeom>
              <a:avLst/>
              <a:gdLst/>
              <a:ahLst/>
              <a:cxnLst/>
              <a:rect l="l" t="t" r="r" b="b"/>
              <a:pathLst>
                <a:path w="2385" h="1845" extrusionOk="0">
                  <a:moveTo>
                    <a:pt x="1207" y="1"/>
                  </a:moveTo>
                  <a:cubicBezTo>
                    <a:pt x="1147" y="1"/>
                    <a:pt x="1084" y="7"/>
                    <a:pt x="1020" y="19"/>
                  </a:cubicBezTo>
                  <a:cubicBezTo>
                    <a:pt x="215" y="172"/>
                    <a:pt x="0" y="1226"/>
                    <a:pt x="680" y="1691"/>
                  </a:cubicBezTo>
                  <a:cubicBezTo>
                    <a:pt x="770" y="1746"/>
                    <a:pt x="867" y="1795"/>
                    <a:pt x="978" y="1816"/>
                  </a:cubicBezTo>
                  <a:cubicBezTo>
                    <a:pt x="1054" y="1835"/>
                    <a:pt x="1130" y="1845"/>
                    <a:pt x="1205" y="1845"/>
                  </a:cubicBezTo>
                  <a:cubicBezTo>
                    <a:pt x="1503" y="1845"/>
                    <a:pt x="1786" y="1696"/>
                    <a:pt x="1963" y="1441"/>
                  </a:cubicBezTo>
                  <a:cubicBezTo>
                    <a:pt x="2385" y="809"/>
                    <a:pt x="1913" y="1"/>
                    <a:pt x="12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42">
              <a:extLst>
                <a:ext uri="{FF2B5EF4-FFF2-40B4-BE49-F238E27FC236}">
                  <a16:creationId xmlns:a16="http://schemas.microsoft.com/office/drawing/2014/main" id="{106E93B7-7EB4-59A5-4675-B0E0BCCBA0E4}"/>
                </a:ext>
              </a:extLst>
            </p:cNvPr>
            <p:cNvSpPr/>
            <p:nvPr/>
          </p:nvSpPr>
          <p:spPr>
            <a:xfrm>
              <a:off x="5005600" y="3019416"/>
              <a:ext cx="52020" cy="48604"/>
            </a:xfrm>
            <a:custGeom>
              <a:avLst/>
              <a:gdLst/>
              <a:ahLst/>
              <a:cxnLst/>
              <a:rect l="l" t="t" r="r" b="b"/>
              <a:pathLst>
                <a:path w="1980" h="1850" extrusionOk="0">
                  <a:moveTo>
                    <a:pt x="1025" y="1"/>
                  </a:moveTo>
                  <a:cubicBezTo>
                    <a:pt x="613" y="1"/>
                    <a:pt x="203" y="258"/>
                    <a:pt x="114" y="760"/>
                  </a:cubicBezTo>
                  <a:cubicBezTo>
                    <a:pt x="0" y="1404"/>
                    <a:pt x="513" y="1850"/>
                    <a:pt x="1039" y="1850"/>
                  </a:cubicBezTo>
                  <a:cubicBezTo>
                    <a:pt x="1317" y="1850"/>
                    <a:pt x="1598" y="1725"/>
                    <a:pt x="1792" y="1440"/>
                  </a:cubicBezTo>
                  <a:cubicBezTo>
                    <a:pt x="1938" y="1225"/>
                    <a:pt x="1980" y="954"/>
                    <a:pt x="1924" y="705"/>
                  </a:cubicBezTo>
                  <a:cubicBezTo>
                    <a:pt x="1806" y="232"/>
                    <a:pt x="1415" y="1"/>
                    <a:pt x="10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0" name="Google Shape;1040;p42">
            <a:extLst>
              <a:ext uri="{FF2B5EF4-FFF2-40B4-BE49-F238E27FC236}">
                <a16:creationId xmlns:a16="http://schemas.microsoft.com/office/drawing/2014/main" id="{AC293979-EDD4-32A2-350B-C8E4E1B6439B}"/>
              </a:ext>
            </a:extLst>
          </p:cNvPr>
          <p:cNvGrpSpPr/>
          <p:nvPr/>
        </p:nvGrpSpPr>
        <p:grpSpPr>
          <a:xfrm>
            <a:off x="5548419" y="3038787"/>
            <a:ext cx="395575" cy="420544"/>
            <a:chOff x="4093665" y="4146138"/>
            <a:chExt cx="395575" cy="420544"/>
          </a:xfrm>
        </p:grpSpPr>
        <p:sp>
          <p:nvSpPr>
            <p:cNvPr id="1041" name="Google Shape;1041;p42">
              <a:extLst>
                <a:ext uri="{FF2B5EF4-FFF2-40B4-BE49-F238E27FC236}">
                  <a16:creationId xmlns:a16="http://schemas.microsoft.com/office/drawing/2014/main" id="{ED03D6AF-F8C3-CFE2-0DD1-42D3B89BBD54}"/>
                </a:ext>
              </a:extLst>
            </p:cNvPr>
            <p:cNvSpPr/>
            <p:nvPr/>
          </p:nvSpPr>
          <p:spPr>
            <a:xfrm>
              <a:off x="4158286" y="4218414"/>
              <a:ext cx="266088" cy="326567"/>
            </a:xfrm>
            <a:custGeom>
              <a:avLst/>
              <a:gdLst/>
              <a:ahLst/>
              <a:cxnLst/>
              <a:rect l="l" t="t" r="r" b="b"/>
              <a:pathLst>
                <a:path w="10128" h="12430" extrusionOk="0">
                  <a:moveTo>
                    <a:pt x="5064" y="0"/>
                  </a:moveTo>
                  <a:cubicBezTo>
                    <a:pt x="2865" y="0"/>
                    <a:pt x="958" y="1526"/>
                    <a:pt x="479" y="3669"/>
                  </a:cubicBezTo>
                  <a:cubicBezTo>
                    <a:pt x="1" y="5813"/>
                    <a:pt x="1076" y="8005"/>
                    <a:pt x="3059" y="8941"/>
                  </a:cubicBezTo>
                  <a:cubicBezTo>
                    <a:pt x="3448" y="9128"/>
                    <a:pt x="3691" y="9510"/>
                    <a:pt x="3684" y="9933"/>
                  </a:cubicBezTo>
                  <a:lnTo>
                    <a:pt x="3684" y="11875"/>
                  </a:lnTo>
                  <a:lnTo>
                    <a:pt x="3691" y="11875"/>
                  </a:lnTo>
                  <a:cubicBezTo>
                    <a:pt x="3691" y="12180"/>
                    <a:pt x="3933" y="12430"/>
                    <a:pt x="4239" y="12430"/>
                  </a:cubicBezTo>
                  <a:lnTo>
                    <a:pt x="5896" y="12430"/>
                  </a:lnTo>
                  <a:cubicBezTo>
                    <a:pt x="6201" y="12430"/>
                    <a:pt x="6451" y="12180"/>
                    <a:pt x="6451" y="11875"/>
                  </a:cubicBezTo>
                  <a:lnTo>
                    <a:pt x="6451" y="9933"/>
                  </a:lnTo>
                  <a:cubicBezTo>
                    <a:pt x="6444" y="9510"/>
                    <a:pt x="6687" y="9128"/>
                    <a:pt x="7068" y="8941"/>
                  </a:cubicBezTo>
                  <a:cubicBezTo>
                    <a:pt x="9052" y="8005"/>
                    <a:pt x="10127" y="5813"/>
                    <a:pt x="9649" y="3669"/>
                  </a:cubicBezTo>
                  <a:cubicBezTo>
                    <a:pt x="9170" y="1526"/>
                    <a:pt x="7263" y="0"/>
                    <a:pt x="50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42">
              <a:extLst>
                <a:ext uri="{FF2B5EF4-FFF2-40B4-BE49-F238E27FC236}">
                  <a16:creationId xmlns:a16="http://schemas.microsoft.com/office/drawing/2014/main" id="{D068EDB7-3577-4D05-11E4-259CC52D5A87}"/>
                </a:ext>
              </a:extLst>
            </p:cNvPr>
            <p:cNvSpPr/>
            <p:nvPr/>
          </p:nvSpPr>
          <p:spPr>
            <a:xfrm>
              <a:off x="4269629" y="4537677"/>
              <a:ext cx="43586" cy="29005"/>
            </a:xfrm>
            <a:custGeom>
              <a:avLst/>
              <a:gdLst/>
              <a:ahLst/>
              <a:cxnLst/>
              <a:rect l="l" t="t" r="r" b="b"/>
              <a:pathLst>
                <a:path w="1659" h="1104" extrusionOk="0">
                  <a:moveTo>
                    <a:pt x="1" y="0"/>
                  </a:moveTo>
                  <a:lnTo>
                    <a:pt x="1" y="548"/>
                  </a:lnTo>
                  <a:cubicBezTo>
                    <a:pt x="1" y="854"/>
                    <a:pt x="250" y="1103"/>
                    <a:pt x="555" y="1103"/>
                  </a:cubicBezTo>
                  <a:lnTo>
                    <a:pt x="1103" y="1103"/>
                  </a:lnTo>
                  <a:cubicBezTo>
                    <a:pt x="1409" y="1103"/>
                    <a:pt x="1658" y="854"/>
                    <a:pt x="1658" y="548"/>
                  </a:cubicBezTo>
                  <a:lnTo>
                    <a:pt x="165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2">
              <a:extLst>
                <a:ext uri="{FF2B5EF4-FFF2-40B4-BE49-F238E27FC236}">
                  <a16:creationId xmlns:a16="http://schemas.microsoft.com/office/drawing/2014/main" id="{6CDE41EB-C0E3-291A-A3A0-6BBA19798EAA}"/>
                </a:ext>
              </a:extLst>
            </p:cNvPr>
            <p:cNvSpPr/>
            <p:nvPr/>
          </p:nvSpPr>
          <p:spPr>
            <a:xfrm>
              <a:off x="4434725" y="4334486"/>
              <a:ext cx="54515" cy="14608"/>
            </a:xfrm>
            <a:custGeom>
              <a:avLst/>
              <a:gdLst/>
              <a:ahLst/>
              <a:cxnLst/>
              <a:rect l="l" t="t" r="r" b="b"/>
              <a:pathLst>
                <a:path w="2075" h="556" extrusionOk="0">
                  <a:moveTo>
                    <a:pt x="348" y="1"/>
                  </a:moveTo>
                  <a:cubicBezTo>
                    <a:pt x="1" y="21"/>
                    <a:pt x="1" y="535"/>
                    <a:pt x="348" y="555"/>
                  </a:cubicBezTo>
                  <a:lnTo>
                    <a:pt x="1728" y="555"/>
                  </a:lnTo>
                  <a:cubicBezTo>
                    <a:pt x="2075" y="535"/>
                    <a:pt x="2075" y="21"/>
                    <a:pt x="17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2">
              <a:extLst>
                <a:ext uri="{FF2B5EF4-FFF2-40B4-BE49-F238E27FC236}">
                  <a16:creationId xmlns:a16="http://schemas.microsoft.com/office/drawing/2014/main" id="{0382E5EA-80AD-5382-CE9D-0B89EA71CF44}"/>
                </a:ext>
              </a:extLst>
            </p:cNvPr>
            <p:cNvSpPr/>
            <p:nvPr/>
          </p:nvSpPr>
          <p:spPr>
            <a:xfrm>
              <a:off x="4093665" y="4334460"/>
              <a:ext cx="62896" cy="14634"/>
            </a:xfrm>
            <a:custGeom>
              <a:avLst/>
              <a:gdLst/>
              <a:ahLst/>
              <a:cxnLst/>
              <a:rect l="l" t="t" r="r" b="b"/>
              <a:pathLst>
                <a:path w="2394" h="557" extrusionOk="0">
                  <a:moveTo>
                    <a:pt x="2025" y="1"/>
                  </a:moveTo>
                  <a:cubicBezTo>
                    <a:pt x="2018" y="1"/>
                    <a:pt x="2011" y="1"/>
                    <a:pt x="2005" y="2"/>
                  </a:cubicBezTo>
                  <a:lnTo>
                    <a:pt x="354" y="2"/>
                  </a:lnTo>
                  <a:cubicBezTo>
                    <a:pt x="0" y="22"/>
                    <a:pt x="0" y="536"/>
                    <a:pt x="354" y="556"/>
                  </a:cubicBezTo>
                  <a:lnTo>
                    <a:pt x="2005" y="556"/>
                  </a:lnTo>
                  <a:cubicBezTo>
                    <a:pt x="2011" y="557"/>
                    <a:pt x="2018" y="557"/>
                    <a:pt x="2025" y="557"/>
                  </a:cubicBezTo>
                  <a:cubicBezTo>
                    <a:pt x="2393" y="557"/>
                    <a:pt x="2393" y="1"/>
                    <a:pt x="20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42">
              <a:extLst>
                <a:ext uri="{FF2B5EF4-FFF2-40B4-BE49-F238E27FC236}">
                  <a16:creationId xmlns:a16="http://schemas.microsoft.com/office/drawing/2014/main" id="{78A8BFD8-44BD-4EE8-B4C9-D2E6C12B92EE}"/>
                </a:ext>
              </a:extLst>
            </p:cNvPr>
            <p:cNvSpPr/>
            <p:nvPr/>
          </p:nvSpPr>
          <p:spPr>
            <a:xfrm>
              <a:off x="4284272" y="4146138"/>
              <a:ext cx="14424" cy="50417"/>
            </a:xfrm>
            <a:custGeom>
              <a:avLst/>
              <a:gdLst/>
              <a:ahLst/>
              <a:cxnLst/>
              <a:rect l="l" t="t" r="r" b="b"/>
              <a:pathLst>
                <a:path w="549" h="1919" extrusionOk="0">
                  <a:moveTo>
                    <a:pt x="277" y="1"/>
                  </a:moveTo>
                  <a:cubicBezTo>
                    <a:pt x="144" y="1"/>
                    <a:pt x="11" y="88"/>
                    <a:pt x="0" y="261"/>
                  </a:cubicBezTo>
                  <a:lnTo>
                    <a:pt x="0" y="1641"/>
                  </a:lnTo>
                  <a:cubicBezTo>
                    <a:pt x="0" y="1794"/>
                    <a:pt x="125" y="1919"/>
                    <a:pt x="278" y="1919"/>
                  </a:cubicBezTo>
                  <a:cubicBezTo>
                    <a:pt x="430" y="1919"/>
                    <a:pt x="548" y="1794"/>
                    <a:pt x="548" y="1641"/>
                  </a:cubicBezTo>
                  <a:lnTo>
                    <a:pt x="548" y="261"/>
                  </a:lnTo>
                  <a:cubicBezTo>
                    <a:pt x="541" y="88"/>
                    <a:pt x="410" y="1"/>
                    <a:pt x="2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42">
              <a:extLst>
                <a:ext uri="{FF2B5EF4-FFF2-40B4-BE49-F238E27FC236}">
                  <a16:creationId xmlns:a16="http://schemas.microsoft.com/office/drawing/2014/main" id="{16F355C9-E933-37C9-9547-D5C0CA5B42C2}"/>
                </a:ext>
              </a:extLst>
            </p:cNvPr>
            <p:cNvSpPr/>
            <p:nvPr/>
          </p:nvSpPr>
          <p:spPr>
            <a:xfrm>
              <a:off x="4358561" y="4183813"/>
              <a:ext cx="29294" cy="33156"/>
            </a:xfrm>
            <a:custGeom>
              <a:avLst/>
              <a:gdLst/>
              <a:ahLst/>
              <a:cxnLst/>
              <a:rect l="l" t="t" r="r" b="b"/>
              <a:pathLst>
                <a:path w="1115" h="1262" extrusionOk="0">
                  <a:moveTo>
                    <a:pt x="745" y="0"/>
                  </a:moveTo>
                  <a:cubicBezTo>
                    <a:pt x="662" y="0"/>
                    <a:pt x="578" y="39"/>
                    <a:pt x="521" y="131"/>
                  </a:cubicBezTo>
                  <a:lnTo>
                    <a:pt x="104" y="852"/>
                  </a:lnTo>
                  <a:cubicBezTo>
                    <a:pt x="0" y="1033"/>
                    <a:pt x="132" y="1262"/>
                    <a:pt x="347" y="1262"/>
                  </a:cubicBezTo>
                  <a:cubicBezTo>
                    <a:pt x="444" y="1262"/>
                    <a:pt x="534" y="1213"/>
                    <a:pt x="583" y="1130"/>
                  </a:cubicBezTo>
                  <a:lnTo>
                    <a:pt x="999" y="409"/>
                  </a:lnTo>
                  <a:cubicBezTo>
                    <a:pt x="1114" y="193"/>
                    <a:pt x="931" y="0"/>
                    <a:pt x="7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42">
              <a:extLst>
                <a:ext uri="{FF2B5EF4-FFF2-40B4-BE49-F238E27FC236}">
                  <a16:creationId xmlns:a16="http://schemas.microsoft.com/office/drawing/2014/main" id="{F8C399E2-131D-0A3C-9566-B1D86D9D0F10}"/>
                </a:ext>
              </a:extLst>
            </p:cNvPr>
            <p:cNvSpPr/>
            <p:nvPr/>
          </p:nvSpPr>
          <p:spPr>
            <a:xfrm>
              <a:off x="4195340" y="4466505"/>
              <a:ext cx="29268" cy="33287"/>
            </a:xfrm>
            <a:custGeom>
              <a:avLst/>
              <a:gdLst/>
              <a:ahLst/>
              <a:cxnLst/>
              <a:rect l="l" t="t" r="r" b="b"/>
              <a:pathLst>
                <a:path w="1114" h="1267" extrusionOk="0">
                  <a:moveTo>
                    <a:pt x="748" y="1"/>
                  </a:moveTo>
                  <a:cubicBezTo>
                    <a:pt x="664" y="1"/>
                    <a:pt x="579" y="41"/>
                    <a:pt x="521" y="136"/>
                  </a:cubicBezTo>
                  <a:lnTo>
                    <a:pt x="105" y="850"/>
                  </a:lnTo>
                  <a:cubicBezTo>
                    <a:pt x="1" y="1038"/>
                    <a:pt x="132" y="1267"/>
                    <a:pt x="347" y="1267"/>
                  </a:cubicBezTo>
                  <a:cubicBezTo>
                    <a:pt x="444" y="1267"/>
                    <a:pt x="535" y="1211"/>
                    <a:pt x="583" y="1128"/>
                  </a:cubicBezTo>
                  <a:lnTo>
                    <a:pt x="999" y="413"/>
                  </a:lnTo>
                  <a:cubicBezTo>
                    <a:pt x="1114" y="194"/>
                    <a:pt x="933" y="1"/>
                    <a:pt x="7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42">
              <a:extLst>
                <a:ext uri="{FF2B5EF4-FFF2-40B4-BE49-F238E27FC236}">
                  <a16:creationId xmlns:a16="http://schemas.microsoft.com/office/drawing/2014/main" id="{C39EE153-5BAD-0C70-E329-BF27867976C5}"/>
                </a:ext>
              </a:extLst>
            </p:cNvPr>
            <p:cNvSpPr/>
            <p:nvPr/>
          </p:nvSpPr>
          <p:spPr>
            <a:xfrm>
              <a:off x="4195235" y="4183813"/>
              <a:ext cx="29294" cy="33156"/>
            </a:xfrm>
            <a:custGeom>
              <a:avLst/>
              <a:gdLst/>
              <a:ahLst/>
              <a:cxnLst/>
              <a:rect l="l" t="t" r="r" b="b"/>
              <a:pathLst>
                <a:path w="1115" h="1262" extrusionOk="0">
                  <a:moveTo>
                    <a:pt x="366" y="0"/>
                  </a:moveTo>
                  <a:cubicBezTo>
                    <a:pt x="180" y="0"/>
                    <a:pt x="1" y="193"/>
                    <a:pt x="116" y="409"/>
                  </a:cubicBezTo>
                  <a:lnTo>
                    <a:pt x="525" y="1130"/>
                  </a:lnTo>
                  <a:cubicBezTo>
                    <a:pt x="573" y="1213"/>
                    <a:pt x="670" y="1262"/>
                    <a:pt x="768" y="1262"/>
                  </a:cubicBezTo>
                  <a:cubicBezTo>
                    <a:pt x="976" y="1262"/>
                    <a:pt x="1114" y="1033"/>
                    <a:pt x="1003" y="852"/>
                  </a:cubicBezTo>
                  <a:lnTo>
                    <a:pt x="594" y="131"/>
                  </a:lnTo>
                  <a:cubicBezTo>
                    <a:pt x="534" y="39"/>
                    <a:pt x="450" y="0"/>
                    <a:pt x="3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42">
              <a:extLst>
                <a:ext uri="{FF2B5EF4-FFF2-40B4-BE49-F238E27FC236}">
                  <a16:creationId xmlns:a16="http://schemas.microsoft.com/office/drawing/2014/main" id="{4B681F0D-FBA0-23B2-3CF3-EC59C0FC55CE}"/>
                </a:ext>
              </a:extLst>
            </p:cNvPr>
            <p:cNvSpPr/>
            <p:nvPr/>
          </p:nvSpPr>
          <p:spPr>
            <a:xfrm>
              <a:off x="4358272" y="4466505"/>
              <a:ext cx="29294" cy="33287"/>
            </a:xfrm>
            <a:custGeom>
              <a:avLst/>
              <a:gdLst/>
              <a:ahLst/>
              <a:cxnLst/>
              <a:rect l="l" t="t" r="r" b="b"/>
              <a:pathLst>
                <a:path w="1115" h="1267" extrusionOk="0">
                  <a:moveTo>
                    <a:pt x="367" y="1"/>
                  </a:moveTo>
                  <a:cubicBezTo>
                    <a:pt x="182" y="1"/>
                    <a:pt x="1" y="194"/>
                    <a:pt x="115" y="413"/>
                  </a:cubicBezTo>
                  <a:lnTo>
                    <a:pt x="532" y="1128"/>
                  </a:lnTo>
                  <a:cubicBezTo>
                    <a:pt x="580" y="1211"/>
                    <a:pt x="670" y="1267"/>
                    <a:pt x="774" y="1267"/>
                  </a:cubicBezTo>
                  <a:cubicBezTo>
                    <a:pt x="982" y="1267"/>
                    <a:pt x="1114" y="1038"/>
                    <a:pt x="1010" y="850"/>
                  </a:cubicBezTo>
                  <a:lnTo>
                    <a:pt x="594" y="136"/>
                  </a:lnTo>
                  <a:cubicBezTo>
                    <a:pt x="536" y="41"/>
                    <a:pt x="451" y="1"/>
                    <a:pt x="3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42">
              <a:extLst>
                <a:ext uri="{FF2B5EF4-FFF2-40B4-BE49-F238E27FC236}">
                  <a16:creationId xmlns:a16="http://schemas.microsoft.com/office/drawing/2014/main" id="{3676A076-7E33-486D-E144-E39824F255A5}"/>
                </a:ext>
              </a:extLst>
            </p:cNvPr>
            <p:cNvSpPr/>
            <p:nvPr/>
          </p:nvSpPr>
          <p:spPr>
            <a:xfrm>
              <a:off x="4412315" y="4410335"/>
              <a:ext cx="39934" cy="25668"/>
            </a:xfrm>
            <a:custGeom>
              <a:avLst/>
              <a:gdLst/>
              <a:ahLst/>
              <a:cxnLst/>
              <a:rect l="l" t="t" r="r" b="b"/>
              <a:pathLst>
                <a:path w="1520" h="977" extrusionOk="0">
                  <a:moveTo>
                    <a:pt x="408" y="1"/>
                  </a:moveTo>
                  <a:cubicBezTo>
                    <a:pt x="158" y="1"/>
                    <a:pt x="0" y="375"/>
                    <a:pt x="285" y="526"/>
                  </a:cubicBezTo>
                  <a:lnTo>
                    <a:pt x="999" y="942"/>
                  </a:lnTo>
                  <a:cubicBezTo>
                    <a:pt x="1041" y="963"/>
                    <a:pt x="1090" y="977"/>
                    <a:pt x="1138" y="977"/>
                  </a:cubicBezTo>
                  <a:cubicBezTo>
                    <a:pt x="1422" y="977"/>
                    <a:pt x="1520" y="602"/>
                    <a:pt x="1277" y="464"/>
                  </a:cubicBezTo>
                  <a:lnTo>
                    <a:pt x="562" y="48"/>
                  </a:lnTo>
                  <a:cubicBezTo>
                    <a:pt x="509" y="15"/>
                    <a:pt x="457" y="1"/>
                    <a:pt x="4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42">
              <a:extLst>
                <a:ext uri="{FF2B5EF4-FFF2-40B4-BE49-F238E27FC236}">
                  <a16:creationId xmlns:a16="http://schemas.microsoft.com/office/drawing/2014/main" id="{46247A93-7C10-260B-F1DA-C2ADE2E95F54}"/>
                </a:ext>
              </a:extLst>
            </p:cNvPr>
            <p:cNvSpPr/>
            <p:nvPr/>
          </p:nvSpPr>
          <p:spPr>
            <a:xfrm>
              <a:off x="4130368" y="4247340"/>
              <a:ext cx="39304" cy="25589"/>
            </a:xfrm>
            <a:custGeom>
              <a:avLst/>
              <a:gdLst/>
              <a:ahLst/>
              <a:cxnLst/>
              <a:rect l="l" t="t" r="r" b="b"/>
              <a:pathLst>
                <a:path w="1496" h="974" extrusionOk="0">
                  <a:moveTo>
                    <a:pt x="397" y="1"/>
                  </a:moveTo>
                  <a:cubicBezTo>
                    <a:pt x="153" y="1"/>
                    <a:pt x="0" y="356"/>
                    <a:pt x="254" y="515"/>
                  </a:cubicBezTo>
                  <a:lnTo>
                    <a:pt x="975" y="931"/>
                  </a:lnTo>
                  <a:cubicBezTo>
                    <a:pt x="1017" y="959"/>
                    <a:pt x="1066" y="966"/>
                    <a:pt x="1114" y="973"/>
                  </a:cubicBezTo>
                  <a:lnTo>
                    <a:pt x="1114" y="966"/>
                  </a:lnTo>
                  <a:cubicBezTo>
                    <a:pt x="1398" y="966"/>
                    <a:pt x="1496" y="592"/>
                    <a:pt x="1253" y="453"/>
                  </a:cubicBezTo>
                  <a:lnTo>
                    <a:pt x="531" y="37"/>
                  </a:lnTo>
                  <a:cubicBezTo>
                    <a:pt x="485" y="12"/>
                    <a:pt x="439" y="1"/>
                    <a:pt x="3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42">
              <a:extLst>
                <a:ext uri="{FF2B5EF4-FFF2-40B4-BE49-F238E27FC236}">
                  <a16:creationId xmlns:a16="http://schemas.microsoft.com/office/drawing/2014/main" id="{080C4173-C27D-CF96-B950-F1A564BBE476}"/>
                </a:ext>
              </a:extLst>
            </p:cNvPr>
            <p:cNvSpPr/>
            <p:nvPr/>
          </p:nvSpPr>
          <p:spPr>
            <a:xfrm>
              <a:off x="4413418" y="4247182"/>
              <a:ext cx="39908" cy="25747"/>
            </a:xfrm>
            <a:custGeom>
              <a:avLst/>
              <a:gdLst/>
              <a:ahLst/>
              <a:cxnLst/>
              <a:rect l="l" t="t" r="r" b="b"/>
              <a:pathLst>
                <a:path w="1519" h="980" extrusionOk="0">
                  <a:moveTo>
                    <a:pt x="1114" y="0"/>
                  </a:moveTo>
                  <a:cubicBezTo>
                    <a:pt x="1064" y="0"/>
                    <a:pt x="1011" y="15"/>
                    <a:pt x="957" y="50"/>
                  </a:cubicBezTo>
                  <a:lnTo>
                    <a:pt x="243" y="459"/>
                  </a:lnTo>
                  <a:cubicBezTo>
                    <a:pt x="0" y="605"/>
                    <a:pt x="97" y="972"/>
                    <a:pt x="382" y="979"/>
                  </a:cubicBezTo>
                  <a:cubicBezTo>
                    <a:pt x="430" y="979"/>
                    <a:pt x="479" y="965"/>
                    <a:pt x="520" y="937"/>
                  </a:cubicBezTo>
                  <a:lnTo>
                    <a:pt x="1235" y="528"/>
                  </a:lnTo>
                  <a:cubicBezTo>
                    <a:pt x="1518" y="378"/>
                    <a:pt x="1363" y="0"/>
                    <a:pt x="11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42">
              <a:extLst>
                <a:ext uri="{FF2B5EF4-FFF2-40B4-BE49-F238E27FC236}">
                  <a16:creationId xmlns:a16="http://schemas.microsoft.com/office/drawing/2014/main" id="{23C15AA7-895E-79B6-1C03-67E108E4B590}"/>
                </a:ext>
              </a:extLst>
            </p:cNvPr>
            <p:cNvSpPr/>
            <p:nvPr/>
          </p:nvSpPr>
          <p:spPr>
            <a:xfrm>
              <a:off x="4130657" y="4410624"/>
              <a:ext cx="39304" cy="25379"/>
            </a:xfrm>
            <a:custGeom>
              <a:avLst/>
              <a:gdLst/>
              <a:ahLst/>
              <a:cxnLst/>
              <a:rect l="l" t="t" r="r" b="b"/>
              <a:pathLst>
                <a:path w="1496" h="966" extrusionOk="0">
                  <a:moveTo>
                    <a:pt x="1099" y="1"/>
                  </a:moveTo>
                  <a:cubicBezTo>
                    <a:pt x="1056" y="1"/>
                    <a:pt x="1011" y="12"/>
                    <a:pt x="964" y="37"/>
                  </a:cubicBezTo>
                  <a:lnTo>
                    <a:pt x="243" y="453"/>
                  </a:lnTo>
                  <a:cubicBezTo>
                    <a:pt x="0" y="598"/>
                    <a:pt x="104" y="966"/>
                    <a:pt x="382" y="966"/>
                  </a:cubicBezTo>
                  <a:cubicBezTo>
                    <a:pt x="430" y="966"/>
                    <a:pt x="479" y="952"/>
                    <a:pt x="520" y="931"/>
                  </a:cubicBezTo>
                  <a:lnTo>
                    <a:pt x="1242" y="515"/>
                  </a:lnTo>
                  <a:cubicBezTo>
                    <a:pt x="1496" y="356"/>
                    <a:pt x="1343" y="1"/>
                    <a:pt x="10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42">
              <a:extLst>
                <a:ext uri="{FF2B5EF4-FFF2-40B4-BE49-F238E27FC236}">
                  <a16:creationId xmlns:a16="http://schemas.microsoft.com/office/drawing/2014/main" id="{8AB2BEDD-A6F7-B48C-A8F6-9253A1626CAB}"/>
                </a:ext>
              </a:extLst>
            </p:cNvPr>
            <p:cNvSpPr/>
            <p:nvPr/>
          </p:nvSpPr>
          <p:spPr>
            <a:xfrm>
              <a:off x="4255231" y="4494118"/>
              <a:ext cx="72565" cy="50864"/>
            </a:xfrm>
            <a:custGeom>
              <a:avLst/>
              <a:gdLst/>
              <a:ahLst/>
              <a:cxnLst/>
              <a:rect l="l" t="t" r="r" b="b"/>
              <a:pathLst>
                <a:path w="2762" h="1936" extrusionOk="0">
                  <a:moveTo>
                    <a:pt x="1" y="1"/>
                  </a:moveTo>
                  <a:lnTo>
                    <a:pt x="1" y="1381"/>
                  </a:lnTo>
                  <a:cubicBezTo>
                    <a:pt x="1" y="1686"/>
                    <a:pt x="243" y="1936"/>
                    <a:pt x="549" y="1936"/>
                  </a:cubicBezTo>
                  <a:lnTo>
                    <a:pt x="2206" y="1936"/>
                  </a:lnTo>
                  <a:cubicBezTo>
                    <a:pt x="2511" y="1936"/>
                    <a:pt x="2761" y="1686"/>
                    <a:pt x="2761" y="1381"/>
                  </a:cubicBezTo>
                  <a:lnTo>
                    <a:pt x="276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42">
              <a:extLst>
                <a:ext uri="{FF2B5EF4-FFF2-40B4-BE49-F238E27FC236}">
                  <a16:creationId xmlns:a16="http://schemas.microsoft.com/office/drawing/2014/main" id="{58F6B8D8-A8EE-80E1-679F-34418866A273}"/>
                </a:ext>
              </a:extLst>
            </p:cNvPr>
            <p:cNvSpPr/>
            <p:nvPr/>
          </p:nvSpPr>
          <p:spPr>
            <a:xfrm>
              <a:off x="4247954" y="4494118"/>
              <a:ext cx="87120" cy="14608"/>
            </a:xfrm>
            <a:custGeom>
              <a:avLst/>
              <a:gdLst/>
              <a:ahLst/>
              <a:cxnLst/>
              <a:rect l="l" t="t" r="r" b="b"/>
              <a:pathLst>
                <a:path w="3316" h="556" extrusionOk="0">
                  <a:moveTo>
                    <a:pt x="278" y="1"/>
                  </a:moveTo>
                  <a:cubicBezTo>
                    <a:pt x="125" y="1"/>
                    <a:pt x="0" y="125"/>
                    <a:pt x="0" y="278"/>
                  </a:cubicBezTo>
                  <a:cubicBezTo>
                    <a:pt x="0" y="431"/>
                    <a:pt x="125" y="556"/>
                    <a:pt x="278" y="556"/>
                  </a:cubicBezTo>
                  <a:lnTo>
                    <a:pt x="3038" y="556"/>
                  </a:lnTo>
                  <a:cubicBezTo>
                    <a:pt x="3191" y="556"/>
                    <a:pt x="3316" y="431"/>
                    <a:pt x="3316" y="278"/>
                  </a:cubicBezTo>
                  <a:cubicBezTo>
                    <a:pt x="3316" y="125"/>
                    <a:pt x="3191" y="1"/>
                    <a:pt x="30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6" name="Google Shape;1056;p42">
            <a:extLst>
              <a:ext uri="{FF2B5EF4-FFF2-40B4-BE49-F238E27FC236}">
                <a16:creationId xmlns:a16="http://schemas.microsoft.com/office/drawing/2014/main" id="{1061EB01-D7A4-DAB0-2BF5-7E4DB55A3669}"/>
              </a:ext>
            </a:extLst>
          </p:cNvPr>
          <p:cNvGrpSpPr/>
          <p:nvPr/>
        </p:nvGrpSpPr>
        <p:grpSpPr>
          <a:xfrm>
            <a:off x="5567114" y="4051349"/>
            <a:ext cx="358134" cy="356637"/>
            <a:chOff x="3545301" y="2423523"/>
            <a:chExt cx="358134" cy="356637"/>
          </a:xfrm>
        </p:grpSpPr>
        <p:sp>
          <p:nvSpPr>
            <p:cNvPr id="1057" name="Google Shape;1057;p42">
              <a:extLst>
                <a:ext uri="{FF2B5EF4-FFF2-40B4-BE49-F238E27FC236}">
                  <a16:creationId xmlns:a16="http://schemas.microsoft.com/office/drawing/2014/main" id="{F9D6B25E-735C-E493-CBC8-C0A9BF955A2D}"/>
                </a:ext>
              </a:extLst>
            </p:cNvPr>
            <p:cNvSpPr/>
            <p:nvPr/>
          </p:nvSpPr>
          <p:spPr>
            <a:xfrm>
              <a:off x="3545301" y="2633630"/>
              <a:ext cx="64600" cy="146531"/>
            </a:xfrm>
            <a:custGeom>
              <a:avLst/>
              <a:gdLst/>
              <a:ahLst/>
              <a:cxnLst/>
              <a:rect l="l" t="t" r="r" b="b"/>
              <a:pathLst>
                <a:path w="2460" h="5580" extrusionOk="0">
                  <a:moveTo>
                    <a:pt x="354" y="0"/>
                  </a:moveTo>
                  <a:cubicBezTo>
                    <a:pt x="153" y="0"/>
                    <a:pt x="0" y="154"/>
                    <a:pt x="0" y="345"/>
                  </a:cubicBezTo>
                  <a:lnTo>
                    <a:pt x="0" y="5580"/>
                  </a:lnTo>
                  <a:lnTo>
                    <a:pt x="2460" y="5580"/>
                  </a:lnTo>
                  <a:lnTo>
                    <a:pt x="2460" y="345"/>
                  </a:lnTo>
                  <a:cubicBezTo>
                    <a:pt x="2460" y="154"/>
                    <a:pt x="2306" y="0"/>
                    <a:pt x="21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42">
              <a:extLst>
                <a:ext uri="{FF2B5EF4-FFF2-40B4-BE49-F238E27FC236}">
                  <a16:creationId xmlns:a16="http://schemas.microsoft.com/office/drawing/2014/main" id="{E9AA06FC-7A6E-EC3A-9A98-10FE27DC6516}"/>
                </a:ext>
              </a:extLst>
            </p:cNvPr>
            <p:cNvSpPr/>
            <p:nvPr/>
          </p:nvSpPr>
          <p:spPr>
            <a:xfrm>
              <a:off x="3643041" y="2597181"/>
              <a:ext cx="64888" cy="182980"/>
            </a:xfrm>
            <a:custGeom>
              <a:avLst/>
              <a:gdLst/>
              <a:ahLst/>
              <a:cxnLst/>
              <a:rect l="l" t="t" r="r" b="b"/>
              <a:pathLst>
                <a:path w="2471" h="6968" extrusionOk="0">
                  <a:moveTo>
                    <a:pt x="355" y="1"/>
                  </a:moveTo>
                  <a:cubicBezTo>
                    <a:pt x="164" y="10"/>
                    <a:pt x="1" y="163"/>
                    <a:pt x="1" y="355"/>
                  </a:cubicBezTo>
                  <a:lnTo>
                    <a:pt x="1" y="6968"/>
                  </a:lnTo>
                  <a:lnTo>
                    <a:pt x="2470" y="6968"/>
                  </a:lnTo>
                  <a:lnTo>
                    <a:pt x="2470" y="355"/>
                  </a:lnTo>
                  <a:cubicBezTo>
                    <a:pt x="2460" y="163"/>
                    <a:pt x="2307" y="10"/>
                    <a:pt x="21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42">
              <a:extLst>
                <a:ext uri="{FF2B5EF4-FFF2-40B4-BE49-F238E27FC236}">
                  <a16:creationId xmlns:a16="http://schemas.microsoft.com/office/drawing/2014/main" id="{2764B5E1-36D2-1D26-DFBC-1D9072DDCB87}"/>
                </a:ext>
              </a:extLst>
            </p:cNvPr>
            <p:cNvSpPr/>
            <p:nvPr/>
          </p:nvSpPr>
          <p:spPr>
            <a:xfrm>
              <a:off x="3740807" y="2560994"/>
              <a:ext cx="65125" cy="219166"/>
            </a:xfrm>
            <a:custGeom>
              <a:avLst/>
              <a:gdLst/>
              <a:ahLst/>
              <a:cxnLst/>
              <a:rect l="l" t="t" r="r" b="b"/>
              <a:pathLst>
                <a:path w="2480" h="8346" extrusionOk="0">
                  <a:moveTo>
                    <a:pt x="355" y="1"/>
                  </a:moveTo>
                  <a:cubicBezTo>
                    <a:pt x="163" y="1"/>
                    <a:pt x="10" y="163"/>
                    <a:pt x="1" y="355"/>
                  </a:cubicBezTo>
                  <a:lnTo>
                    <a:pt x="1" y="8346"/>
                  </a:lnTo>
                  <a:lnTo>
                    <a:pt x="2479" y="8346"/>
                  </a:lnTo>
                  <a:lnTo>
                    <a:pt x="2479" y="355"/>
                  </a:lnTo>
                  <a:cubicBezTo>
                    <a:pt x="2470" y="154"/>
                    <a:pt x="2307" y="1"/>
                    <a:pt x="21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42">
              <a:extLst>
                <a:ext uri="{FF2B5EF4-FFF2-40B4-BE49-F238E27FC236}">
                  <a16:creationId xmlns:a16="http://schemas.microsoft.com/office/drawing/2014/main" id="{11CCEF84-6773-5428-469C-11BC66FCDC3B}"/>
                </a:ext>
              </a:extLst>
            </p:cNvPr>
            <p:cNvSpPr/>
            <p:nvPr/>
          </p:nvSpPr>
          <p:spPr>
            <a:xfrm>
              <a:off x="3838573" y="2524808"/>
              <a:ext cx="64862" cy="255352"/>
            </a:xfrm>
            <a:custGeom>
              <a:avLst/>
              <a:gdLst/>
              <a:ahLst/>
              <a:cxnLst/>
              <a:rect l="l" t="t" r="r" b="b"/>
              <a:pathLst>
                <a:path w="2470" h="9724" extrusionOk="0">
                  <a:moveTo>
                    <a:pt x="355" y="0"/>
                  </a:moveTo>
                  <a:cubicBezTo>
                    <a:pt x="163" y="0"/>
                    <a:pt x="10" y="163"/>
                    <a:pt x="1" y="355"/>
                  </a:cubicBezTo>
                  <a:lnTo>
                    <a:pt x="1" y="9724"/>
                  </a:lnTo>
                  <a:lnTo>
                    <a:pt x="2470" y="9724"/>
                  </a:lnTo>
                  <a:lnTo>
                    <a:pt x="2470" y="355"/>
                  </a:lnTo>
                  <a:cubicBezTo>
                    <a:pt x="2470" y="163"/>
                    <a:pt x="2307" y="0"/>
                    <a:pt x="21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42">
              <a:extLst>
                <a:ext uri="{FF2B5EF4-FFF2-40B4-BE49-F238E27FC236}">
                  <a16:creationId xmlns:a16="http://schemas.microsoft.com/office/drawing/2014/main" id="{3D948A03-1323-F944-F402-3AF544B8F03C}"/>
                </a:ext>
              </a:extLst>
            </p:cNvPr>
            <p:cNvSpPr/>
            <p:nvPr/>
          </p:nvSpPr>
          <p:spPr>
            <a:xfrm>
              <a:off x="3560873" y="2423523"/>
              <a:ext cx="332767" cy="134241"/>
            </a:xfrm>
            <a:custGeom>
              <a:avLst/>
              <a:gdLst/>
              <a:ahLst/>
              <a:cxnLst/>
              <a:rect l="l" t="t" r="r" b="b"/>
              <a:pathLst>
                <a:path w="12672" h="5112" extrusionOk="0">
                  <a:moveTo>
                    <a:pt x="10171" y="0"/>
                  </a:moveTo>
                  <a:cubicBezTo>
                    <a:pt x="9996" y="0"/>
                    <a:pt x="9889" y="205"/>
                    <a:pt x="9992" y="355"/>
                  </a:cubicBezTo>
                  <a:lnTo>
                    <a:pt x="10355" y="872"/>
                  </a:lnTo>
                  <a:cubicBezTo>
                    <a:pt x="9140" y="1599"/>
                    <a:pt x="5274" y="3628"/>
                    <a:pt x="0" y="3628"/>
                  </a:cubicBezTo>
                  <a:lnTo>
                    <a:pt x="0" y="5111"/>
                  </a:lnTo>
                  <a:cubicBezTo>
                    <a:pt x="2871" y="5102"/>
                    <a:pt x="5714" y="4547"/>
                    <a:pt x="8374" y="3484"/>
                  </a:cubicBezTo>
                  <a:cubicBezTo>
                    <a:pt x="9351" y="3092"/>
                    <a:pt x="10298" y="2633"/>
                    <a:pt x="11207" y="2087"/>
                  </a:cubicBezTo>
                  <a:lnTo>
                    <a:pt x="11523" y="2546"/>
                  </a:lnTo>
                  <a:cubicBezTo>
                    <a:pt x="11568" y="2612"/>
                    <a:pt x="11636" y="2642"/>
                    <a:pt x="11703" y="2642"/>
                  </a:cubicBezTo>
                  <a:cubicBezTo>
                    <a:pt x="11793" y="2642"/>
                    <a:pt x="11883" y="2588"/>
                    <a:pt x="11915" y="2489"/>
                  </a:cubicBezTo>
                  <a:lnTo>
                    <a:pt x="12624" y="374"/>
                  </a:lnTo>
                  <a:cubicBezTo>
                    <a:pt x="12671" y="230"/>
                    <a:pt x="12566" y="77"/>
                    <a:pt x="12413" y="77"/>
                  </a:cubicBezTo>
                  <a:lnTo>
                    <a:pt x="10183" y="1"/>
                  </a:lnTo>
                  <a:cubicBezTo>
                    <a:pt x="10179" y="0"/>
                    <a:pt x="10175" y="0"/>
                    <a:pt x="101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996;p42">
            <a:extLst>
              <a:ext uri="{FF2B5EF4-FFF2-40B4-BE49-F238E27FC236}">
                <a16:creationId xmlns:a16="http://schemas.microsoft.com/office/drawing/2014/main" id="{3CAF165C-C979-AEDB-AEB9-7573073ADDF2}"/>
              </a:ext>
            </a:extLst>
          </p:cNvPr>
          <p:cNvSpPr txBox="1"/>
          <p:nvPr/>
        </p:nvSpPr>
        <p:spPr>
          <a:xfrm>
            <a:off x="768127" y="3011999"/>
            <a:ext cx="2273700" cy="7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98C82D-A18C-65A4-F1AE-8620C84D7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Parsing mixed date formats using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STR_TO_DATE</a:t>
            </a:r>
            <a:endParaRPr kumimoji="0" lang="en-US" altLang="en-US" sz="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2AD142-428D-11AE-345B-F8E508D19D89}"/>
              </a:ext>
            </a:extLst>
          </p:cNvPr>
          <p:cNvSpPr txBox="1"/>
          <p:nvPr/>
        </p:nvSpPr>
        <p:spPr>
          <a:xfrm>
            <a:off x="708134" y="4722358"/>
            <a:ext cx="3432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Asher</a:t>
            </a:r>
          </a:p>
        </p:txBody>
      </p:sp>
    </p:spTree>
    <p:extLst>
      <p:ext uri="{BB962C8B-B14F-4D97-AF65-F5344CB8AC3E}">
        <p14:creationId xmlns:p14="http://schemas.microsoft.com/office/powerpoint/2010/main" val="3328555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9657E68-08E7-5935-CF2E-D72457FD4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Advanced SQL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869F19E-5618-C703-63D8-DA61753F0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89" y="2345236"/>
            <a:ext cx="5549115" cy="242672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88A5AF7-59B5-1E9D-9DD1-C3586D4F8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626" y="1287981"/>
            <a:ext cx="7506748" cy="62873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A8450A3-B964-C89B-8464-93763461AA32}"/>
              </a:ext>
            </a:extLst>
          </p:cNvPr>
          <p:cNvSpPr txBox="1"/>
          <p:nvPr/>
        </p:nvSpPr>
        <p:spPr>
          <a:xfrm>
            <a:off x="6139522" y="2345236"/>
            <a:ext cx="294906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SG"/>
              <a:t>Composite Indexing for Performance</a:t>
            </a:r>
            <a:br>
              <a:rPr lang="en-SG"/>
            </a:br>
            <a:endParaRPr lang="en-SG"/>
          </a:p>
          <a:p>
            <a:pPr marL="342900" indent="-342900">
              <a:buAutoNum type="arabicParenR"/>
            </a:pPr>
            <a:r>
              <a:rPr lang="en-SG"/>
              <a:t>Table-Level Constraints</a:t>
            </a:r>
            <a:br>
              <a:rPr lang="en-SG"/>
            </a:br>
            <a:endParaRPr lang="en-SG"/>
          </a:p>
          <a:p>
            <a:pPr marL="342900" indent="-342900">
              <a:buAutoNum type="arabicParenR"/>
            </a:pPr>
            <a:r>
              <a:rPr lang="en-SG"/>
              <a:t>Structured Schema with 3NF Normalization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642C59-A2CF-DBF8-AFFB-A112E33338A8}"/>
              </a:ext>
            </a:extLst>
          </p:cNvPr>
          <p:cNvSpPr txBox="1"/>
          <p:nvPr/>
        </p:nvSpPr>
        <p:spPr>
          <a:xfrm>
            <a:off x="720000" y="980204"/>
            <a:ext cx="10101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/>
              <a:t>Indexing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DA8ACC-FC55-E1DF-8CF4-D8C783CA9F64}"/>
              </a:ext>
            </a:extLst>
          </p:cNvPr>
          <p:cNvSpPr txBox="1"/>
          <p:nvPr/>
        </p:nvSpPr>
        <p:spPr>
          <a:xfrm>
            <a:off x="260480" y="2037459"/>
            <a:ext cx="24203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/>
              <a:t>Table-Level Constraints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E0B283-945A-BC64-84C7-18E079368670}"/>
              </a:ext>
            </a:extLst>
          </p:cNvPr>
          <p:cNvSpPr txBox="1"/>
          <p:nvPr/>
        </p:nvSpPr>
        <p:spPr>
          <a:xfrm>
            <a:off x="90961" y="4771963"/>
            <a:ext cx="3432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Valerie Lim (2403089)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3F160E-050C-DE9D-AFFC-749FE35F493C}"/>
              </a:ext>
            </a:extLst>
          </p:cNvPr>
          <p:cNvSpPr/>
          <p:nvPr/>
        </p:nvSpPr>
        <p:spPr>
          <a:xfrm>
            <a:off x="1997472" y="1644311"/>
            <a:ext cx="1424601" cy="307777"/>
          </a:xfrm>
          <a:prstGeom prst="rect">
            <a:avLst/>
          </a:prstGeom>
          <a:noFill/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C57D41-8972-6058-2B72-5C815E1215AF}"/>
              </a:ext>
            </a:extLst>
          </p:cNvPr>
          <p:cNvSpPr/>
          <p:nvPr/>
        </p:nvSpPr>
        <p:spPr>
          <a:xfrm>
            <a:off x="1191491" y="3094714"/>
            <a:ext cx="2029691" cy="195741"/>
          </a:xfrm>
          <a:prstGeom prst="rect">
            <a:avLst/>
          </a:prstGeom>
          <a:noFill/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AF41EF-3E1B-9164-BC03-D32AA5CB3EB4}"/>
              </a:ext>
            </a:extLst>
          </p:cNvPr>
          <p:cNvSpPr/>
          <p:nvPr/>
        </p:nvSpPr>
        <p:spPr>
          <a:xfrm>
            <a:off x="1109255" y="4147705"/>
            <a:ext cx="4169327" cy="307777"/>
          </a:xfrm>
          <a:prstGeom prst="rect">
            <a:avLst/>
          </a:prstGeom>
          <a:noFill/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9639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3">
          <a:extLst>
            <a:ext uri="{FF2B5EF4-FFF2-40B4-BE49-F238E27FC236}">
              <a16:creationId xmlns:a16="http://schemas.microsoft.com/office/drawing/2014/main" id="{F28DB194-CE1B-A7AF-7E64-B5BF07A9A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44">
            <a:extLst>
              <a:ext uri="{FF2B5EF4-FFF2-40B4-BE49-F238E27FC236}">
                <a16:creationId xmlns:a16="http://schemas.microsoft.com/office/drawing/2014/main" id="{7F24F045-33C9-9A2F-2AAC-ECF9A7787E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50" y="30144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SG"/>
              <a:t>NoSQL </a:t>
            </a:r>
            <a:endParaRPr/>
          </a:p>
        </p:txBody>
      </p:sp>
      <p:sp>
        <p:nvSpPr>
          <p:cNvPr id="1115" name="Google Shape;1115;p44">
            <a:extLst>
              <a:ext uri="{FF2B5EF4-FFF2-40B4-BE49-F238E27FC236}">
                <a16:creationId xmlns:a16="http://schemas.microsoft.com/office/drawing/2014/main" id="{E878EBBD-86B5-C2BD-A9D2-FA552812BB8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14901" y="3212600"/>
            <a:ext cx="2480699" cy="13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/>
              <a:t>Attractions/Concerts/Hotels/Food Places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/>
              <a:t>Chatlog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/>
              <a:t>Review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200"/>
          </a:p>
        </p:txBody>
      </p:sp>
      <p:sp>
        <p:nvSpPr>
          <p:cNvPr id="1116" name="Google Shape;1116;p44">
            <a:extLst>
              <a:ext uri="{FF2B5EF4-FFF2-40B4-BE49-F238E27FC236}">
                <a16:creationId xmlns:a16="http://schemas.microsoft.com/office/drawing/2014/main" id="{A855E1DE-DED9-D45E-BA1C-E7D0B6B8FFA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6063521" y="3095094"/>
            <a:ext cx="3200706" cy="24804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100"/>
              <a:t>The </a:t>
            </a:r>
            <a:r>
              <a:rPr lang="en-US" sz="1100" b="1"/>
              <a:t>React frontend</a:t>
            </a:r>
            <a:r>
              <a:rPr lang="en-US" sz="1100"/>
              <a:t> interacts directly with </a:t>
            </a:r>
            <a:r>
              <a:rPr lang="en-US" sz="1100" err="1"/>
              <a:t>Firestore</a:t>
            </a:r>
            <a:r>
              <a:rPr lang="en-US" sz="1100"/>
              <a:t> via the Firebase SDK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100"/>
              <a:t>Detail pages pull </a:t>
            </a:r>
            <a:r>
              <a:rPr lang="en-US" sz="1100" err="1"/>
              <a:t>Firestore</a:t>
            </a:r>
            <a:r>
              <a:rPr lang="en-US" sz="1100"/>
              <a:t> documents to display content instantly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100"/>
              <a:t>Reviews update the UI </a:t>
            </a:r>
            <a:r>
              <a:rPr lang="en-US" sz="1100" b="1"/>
              <a:t>in real-time</a:t>
            </a:r>
            <a:r>
              <a:rPr lang="en-US" sz="1100"/>
              <a:t> using </a:t>
            </a:r>
            <a:r>
              <a:rPr lang="en-US" sz="1100" err="1"/>
              <a:t>Firestore</a:t>
            </a:r>
            <a:r>
              <a:rPr lang="en-US" sz="1100"/>
              <a:t> listeners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100"/>
              <a:t>Admin can push updates (new </a:t>
            </a:r>
            <a:r>
              <a:rPr lang="en-US" sz="1100" err="1"/>
              <a:t>foodplace</a:t>
            </a:r>
            <a:r>
              <a:rPr lang="en-US" sz="1100"/>
              <a:t> / attraction entries) without modifying SQL schema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10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100"/>
          </a:p>
        </p:txBody>
      </p:sp>
      <p:sp>
        <p:nvSpPr>
          <p:cNvPr id="1117" name="Google Shape;1117;p44">
            <a:extLst>
              <a:ext uri="{FF2B5EF4-FFF2-40B4-BE49-F238E27FC236}">
                <a16:creationId xmlns:a16="http://schemas.microsoft.com/office/drawing/2014/main" id="{C0033660-359F-384F-8330-AD24A696BB6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2755357" y="3095094"/>
            <a:ext cx="3584437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 algn="l">
              <a:buChar char="•"/>
            </a:pPr>
            <a:r>
              <a:rPr lang="en-US" sz="1200"/>
              <a:t>Each record stored as a </a:t>
            </a:r>
            <a:r>
              <a:rPr lang="en-US" sz="1200" b="1"/>
              <a:t>JSON-like document</a:t>
            </a:r>
            <a:endParaRPr lang="en-US" sz="1200"/>
          </a:p>
          <a:p>
            <a:pPr marL="171450" indent="-171450" algn="l">
              <a:buChar char="•"/>
            </a:pPr>
            <a:r>
              <a:rPr lang="en-US" sz="1200"/>
              <a:t>Flexible fields (e.g., food places may have cuisine, attractions may have tags)</a:t>
            </a:r>
          </a:p>
          <a:p>
            <a:pPr marL="171450" indent="-171450" algn="l">
              <a:buChar char="•"/>
            </a:pPr>
            <a:r>
              <a:rPr lang="en-US" sz="1200"/>
              <a:t>Automatically indexed for fast read operations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/>
          </a:p>
        </p:txBody>
      </p:sp>
      <p:sp>
        <p:nvSpPr>
          <p:cNvPr id="1118" name="Google Shape;1118;p44">
            <a:extLst>
              <a:ext uri="{FF2B5EF4-FFF2-40B4-BE49-F238E27FC236}">
                <a16:creationId xmlns:a16="http://schemas.microsoft.com/office/drawing/2014/main" id="{F04E63C7-C611-D0AF-8DB4-8195EFC05AFE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65550" y="2450225"/>
            <a:ext cx="2231497" cy="80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/>
              <a:t>Collections implementation </a:t>
            </a:r>
          </a:p>
        </p:txBody>
      </p:sp>
      <p:sp>
        <p:nvSpPr>
          <p:cNvPr id="1119" name="Google Shape;1119;p44">
            <a:extLst>
              <a:ext uri="{FF2B5EF4-FFF2-40B4-BE49-F238E27FC236}">
                <a16:creationId xmlns:a16="http://schemas.microsoft.com/office/drawing/2014/main" id="{3F8E34F4-EA0B-0974-3DED-F38D183B4ACD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2913668" y="2538052"/>
            <a:ext cx="3267816" cy="80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/>
              <a:t>Document Structure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0" name="Google Shape;1120;p44">
            <a:extLst>
              <a:ext uri="{FF2B5EF4-FFF2-40B4-BE49-F238E27FC236}">
                <a16:creationId xmlns:a16="http://schemas.microsoft.com/office/drawing/2014/main" id="{0E59E50E-56EC-B470-F035-63DB8C17F4A8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5957565" y="2371845"/>
            <a:ext cx="3320947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/>
              <a:t>Application Of </a:t>
            </a:r>
            <a:r>
              <a:rPr lang="en-SG" err="1"/>
              <a:t>Firestore</a:t>
            </a:r>
            <a:endParaRPr lang="en-SG"/>
          </a:p>
        </p:txBody>
      </p:sp>
      <p:sp>
        <p:nvSpPr>
          <p:cNvPr id="1121" name="Google Shape;1121;p44">
            <a:extLst>
              <a:ext uri="{FF2B5EF4-FFF2-40B4-BE49-F238E27FC236}">
                <a16:creationId xmlns:a16="http://schemas.microsoft.com/office/drawing/2014/main" id="{292B2FEC-AFB2-0E47-75E4-F82C4A9C081C}"/>
              </a:ext>
            </a:extLst>
          </p:cNvPr>
          <p:cNvSpPr/>
          <p:nvPr/>
        </p:nvSpPr>
        <p:spPr>
          <a:xfrm>
            <a:off x="1118231" y="1402378"/>
            <a:ext cx="1036200" cy="1036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22" name="Google Shape;1122;p44">
            <a:extLst>
              <a:ext uri="{FF2B5EF4-FFF2-40B4-BE49-F238E27FC236}">
                <a16:creationId xmlns:a16="http://schemas.microsoft.com/office/drawing/2014/main" id="{A387515A-7368-78C6-BBD0-73A0696BCF35}"/>
              </a:ext>
            </a:extLst>
          </p:cNvPr>
          <p:cNvSpPr/>
          <p:nvPr/>
        </p:nvSpPr>
        <p:spPr>
          <a:xfrm>
            <a:off x="4053900" y="1354971"/>
            <a:ext cx="1036200" cy="1036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23" name="Google Shape;1123;p44">
            <a:extLst>
              <a:ext uri="{FF2B5EF4-FFF2-40B4-BE49-F238E27FC236}">
                <a16:creationId xmlns:a16="http://schemas.microsoft.com/office/drawing/2014/main" id="{30347E3D-B0BE-2165-187C-9A72FA1667F7}"/>
              </a:ext>
            </a:extLst>
          </p:cNvPr>
          <p:cNvSpPr/>
          <p:nvPr/>
        </p:nvSpPr>
        <p:spPr>
          <a:xfrm>
            <a:off x="7232269" y="1321612"/>
            <a:ext cx="1036200" cy="1036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1124" name="Google Shape;1124;p44">
            <a:extLst>
              <a:ext uri="{FF2B5EF4-FFF2-40B4-BE49-F238E27FC236}">
                <a16:creationId xmlns:a16="http://schemas.microsoft.com/office/drawing/2014/main" id="{8A44484E-9A16-7321-1C16-F1F2A5861831}"/>
              </a:ext>
            </a:extLst>
          </p:cNvPr>
          <p:cNvGrpSpPr/>
          <p:nvPr/>
        </p:nvGrpSpPr>
        <p:grpSpPr>
          <a:xfrm>
            <a:off x="4344125" y="1642398"/>
            <a:ext cx="455930" cy="461066"/>
            <a:chOff x="6204958" y="3355706"/>
            <a:chExt cx="358154" cy="362189"/>
          </a:xfrm>
        </p:grpSpPr>
        <p:sp>
          <p:nvSpPr>
            <p:cNvPr id="1125" name="Google Shape;1125;p44">
              <a:extLst>
                <a:ext uri="{FF2B5EF4-FFF2-40B4-BE49-F238E27FC236}">
                  <a16:creationId xmlns:a16="http://schemas.microsoft.com/office/drawing/2014/main" id="{38F35721-7DCB-7365-A1AE-5E3DED046148}"/>
                </a:ext>
              </a:extLst>
            </p:cNvPr>
            <p:cNvSpPr/>
            <p:nvPr/>
          </p:nvSpPr>
          <p:spPr>
            <a:xfrm>
              <a:off x="6204958" y="3355706"/>
              <a:ext cx="358154" cy="362189"/>
            </a:xfrm>
            <a:custGeom>
              <a:avLst/>
              <a:gdLst/>
              <a:ahLst/>
              <a:cxnLst/>
              <a:rect l="l" t="t" r="r" b="b"/>
              <a:pathLst>
                <a:path w="13670" h="13824" extrusionOk="0">
                  <a:moveTo>
                    <a:pt x="6161" y="1"/>
                  </a:moveTo>
                  <a:cubicBezTo>
                    <a:pt x="6056" y="1"/>
                    <a:pt x="5947" y="14"/>
                    <a:pt x="5838" y="40"/>
                  </a:cubicBezTo>
                  <a:cubicBezTo>
                    <a:pt x="5551" y="98"/>
                    <a:pt x="5282" y="251"/>
                    <a:pt x="5090" y="481"/>
                  </a:cubicBezTo>
                  <a:cubicBezTo>
                    <a:pt x="4886" y="354"/>
                    <a:pt x="4654" y="291"/>
                    <a:pt x="4420" y="291"/>
                  </a:cubicBezTo>
                  <a:cubicBezTo>
                    <a:pt x="4248" y="291"/>
                    <a:pt x="4074" y="326"/>
                    <a:pt x="3911" y="395"/>
                  </a:cubicBezTo>
                  <a:cubicBezTo>
                    <a:pt x="3643" y="500"/>
                    <a:pt x="3413" y="692"/>
                    <a:pt x="3250" y="932"/>
                  </a:cubicBezTo>
                  <a:cubicBezTo>
                    <a:pt x="3170" y="908"/>
                    <a:pt x="3086" y="897"/>
                    <a:pt x="3000" y="897"/>
                  </a:cubicBezTo>
                  <a:cubicBezTo>
                    <a:pt x="2664" y="897"/>
                    <a:pt x="2300" y="1073"/>
                    <a:pt x="2033" y="1401"/>
                  </a:cubicBezTo>
                  <a:cubicBezTo>
                    <a:pt x="1860" y="1612"/>
                    <a:pt x="1755" y="1862"/>
                    <a:pt x="1726" y="2130"/>
                  </a:cubicBezTo>
                  <a:cubicBezTo>
                    <a:pt x="1275" y="2159"/>
                    <a:pt x="854" y="2552"/>
                    <a:pt x="729" y="3117"/>
                  </a:cubicBezTo>
                  <a:cubicBezTo>
                    <a:pt x="672" y="3376"/>
                    <a:pt x="691" y="3644"/>
                    <a:pt x="787" y="3894"/>
                  </a:cubicBezTo>
                  <a:cubicBezTo>
                    <a:pt x="269" y="4037"/>
                    <a:pt x="1" y="4670"/>
                    <a:pt x="173" y="5303"/>
                  </a:cubicBezTo>
                  <a:cubicBezTo>
                    <a:pt x="240" y="5523"/>
                    <a:pt x="355" y="5734"/>
                    <a:pt x="518" y="5897"/>
                  </a:cubicBezTo>
                  <a:cubicBezTo>
                    <a:pt x="461" y="6127"/>
                    <a:pt x="470" y="6367"/>
                    <a:pt x="537" y="6587"/>
                  </a:cubicBezTo>
                  <a:cubicBezTo>
                    <a:pt x="686" y="7140"/>
                    <a:pt x="1126" y="7508"/>
                    <a:pt x="1575" y="7508"/>
                  </a:cubicBezTo>
                  <a:cubicBezTo>
                    <a:pt x="1648" y="7508"/>
                    <a:pt x="1721" y="7499"/>
                    <a:pt x="1793" y="7479"/>
                  </a:cubicBezTo>
                  <a:cubicBezTo>
                    <a:pt x="1841" y="7469"/>
                    <a:pt x="1898" y="7450"/>
                    <a:pt x="1946" y="7421"/>
                  </a:cubicBezTo>
                  <a:cubicBezTo>
                    <a:pt x="2052" y="7686"/>
                    <a:pt x="2468" y="7902"/>
                    <a:pt x="2846" y="7902"/>
                  </a:cubicBezTo>
                  <a:cubicBezTo>
                    <a:pt x="2947" y="7902"/>
                    <a:pt x="3046" y="7887"/>
                    <a:pt x="3135" y="7852"/>
                  </a:cubicBezTo>
                  <a:cubicBezTo>
                    <a:pt x="3645" y="9016"/>
                    <a:pt x="4426" y="9609"/>
                    <a:pt x="5634" y="9609"/>
                  </a:cubicBezTo>
                  <a:cubicBezTo>
                    <a:pt x="5969" y="9609"/>
                    <a:pt x="6336" y="9564"/>
                    <a:pt x="6739" y="9472"/>
                  </a:cubicBezTo>
                  <a:cubicBezTo>
                    <a:pt x="6835" y="10000"/>
                    <a:pt x="7161" y="10623"/>
                    <a:pt x="8043" y="11131"/>
                  </a:cubicBezTo>
                  <a:cubicBezTo>
                    <a:pt x="9519" y="11984"/>
                    <a:pt x="10171" y="12645"/>
                    <a:pt x="10267" y="13306"/>
                  </a:cubicBezTo>
                  <a:cubicBezTo>
                    <a:pt x="10309" y="13607"/>
                    <a:pt x="10568" y="13823"/>
                    <a:pt x="10863" y="13823"/>
                  </a:cubicBezTo>
                  <a:cubicBezTo>
                    <a:pt x="10897" y="13823"/>
                    <a:pt x="10932" y="13820"/>
                    <a:pt x="10966" y="13814"/>
                  </a:cubicBezTo>
                  <a:cubicBezTo>
                    <a:pt x="11302" y="13757"/>
                    <a:pt x="11513" y="13421"/>
                    <a:pt x="11436" y="13096"/>
                  </a:cubicBezTo>
                  <a:lnTo>
                    <a:pt x="10861" y="10460"/>
                  </a:lnTo>
                  <a:lnTo>
                    <a:pt x="10746" y="8763"/>
                  </a:lnTo>
                  <a:lnTo>
                    <a:pt x="11704" y="8399"/>
                  </a:lnTo>
                  <a:cubicBezTo>
                    <a:pt x="11813" y="8450"/>
                    <a:pt x="11928" y="8474"/>
                    <a:pt x="12044" y="8474"/>
                  </a:cubicBezTo>
                  <a:cubicBezTo>
                    <a:pt x="12449" y="8474"/>
                    <a:pt x="12866" y="8178"/>
                    <a:pt x="13075" y="7709"/>
                  </a:cubicBezTo>
                  <a:cubicBezTo>
                    <a:pt x="13219" y="7411"/>
                    <a:pt x="13238" y="7066"/>
                    <a:pt x="13142" y="6750"/>
                  </a:cubicBezTo>
                  <a:cubicBezTo>
                    <a:pt x="13353" y="6558"/>
                    <a:pt x="13506" y="6300"/>
                    <a:pt x="13554" y="6022"/>
                  </a:cubicBezTo>
                  <a:cubicBezTo>
                    <a:pt x="13669" y="5485"/>
                    <a:pt x="13478" y="4986"/>
                    <a:pt x="13123" y="4756"/>
                  </a:cubicBezTo>
                  <a:cubicBezTo>
                    <a:pt x="13209" y="4382"/>
                    <a:pt x="13123" y="3980"/>
                    <a:pt x="12883" y="3673"/>
                  </a:cubicBezTo>
                  <a:cubicBezTo>
                    <a:pt x="12701" y="3424"/>
                    <a:pt x="12433" y="3242"/>
                    <a:pt x="12136" y="3165"/>
                  </a:cubicBezTo>
                  <a:cubicBezTo>
                    <a:pt x="12212" y="2849"/>
                    <a:pt x="12145" y="2513"/>
                    <a:pt x="11944" y="2245"/>
                  </a:cubicBezTo>
                  <a:cubicBezTo>
                    <a:pt x="11944" y="2245"/>
                    <a:pt x="11570" y="1814"/>
                    <a:pt x="11350" y="1766"/>
                  </a:cubicBezTo>
                  <a:cubicBezTo>
                    <a:pt x="11154" y="1717"/>
                    <a:pt x="10979" y="1654"/>
                    <a:pt x="10807" y="1654"/>
                  </a:cubicBezTo>
                  <a:cubicBezTo>
                    <a:pt x="10777" y="1654"/>
                    <a:pt x="10747" y="1656"/>
                    <a:pt x="10717" y="1660"/>
                  </a:cubicBezTo>
                  <a:cubicBezTo>
                    <a:pt x="10602" y="1286"/>
                    <a:pt x="10334" y="989"/>
                    <a:pt x="9979" y="836"/>
                  </a:cubicBezTo>
                  <a:cubicBezTo>
                    <a:pt x="9798" y="755"/>
                    <a:pt x="9601" y="714"/>
                    <a:pt x="9404" y="714"/>
                  </a:cubicBezTo>
                  <a:cubicBezTo>
                    <a:pt x="9298" y="714"/>
                    <a:pt x="9192" y="726"/>
                    <a:pt x="9088" y="750"/>
                  </a:cubicBezTo>
                  <a:cubicBezTo>
                    <a:pt x="8877" y="366"/>
                    <a:pt x="8474" y="127"/>
                    <a:pt x="8033" y="127"/>
                  </a:cubicBezTo>
                  <a:cubicBezTo>
                    <a:pt x="7998" y="124"/>
                    <a:pt x="7963" y="122"/>
                    <a:pt x="7929" y="122"/>
                  </a:cubicBezTo>
                  <a:cubicBezTo>
                    <a:pt x="7621" y="122"/>
                    <a:pt x="7325" y="235"/>
                    <a:pt x="7084" y="433"/>
                  </a:cubicBezTo>
                  <a:cubicBezTo>
                    <a:pt x="6896" y="170"/>
                    <a:pt x="6548" y="1"/>
                    <a:pt x="61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44">
              <a:extLst>
                <a:ext uri="{FF2B5EF4-FFF2-40B4-BE49-F238E27FC236}">
                  <a16:creationId xmlns:a16="http://schemas.microsoft.com/office/drawing/2014/main" id="{21C6B631-833C-9D13-970F-9AD553E84EDA}"/>
                </a:ext>
              </a:extLst>
            </p:cNvPr>
            <p:cNvSpPr/>
            <p:nvPr/>
          </p:nvSpPr>
          <p:spPr>
            <a:xfrm>
              <a:off x="6225814" y="3425057"/>
              <a:ext cx="3537" cy="6550"/>
            </a:xfrm>
            <a:custGeom>
              <a:avLst/>
              <a:gdLst/>
              <a:ahLst/>
              <a:cxnLst/>
              <a:rect l="l" t="t" r="r" b="b"/>
              <a:pathLst>
                <a:path w="135" h="250" extrusionOk="0">
                  <a:moveTo>
                    <a:pt x="134" y="1"/>
                  </a:moveTo>
                  <a:cubicBezTo>
                    <a:pt x="77" y="77"/>
                    <a:pt x="39" y="163"/>
                    <a:pt x="0" y="250"/>
                  </a:cubicBezTo>
                  <a:lnTo>
                    <a:pt x="86" y="250"/>
                  </a:lnTo>
                  <a:cubicBezTo>
                    <a:pt x="86" y="163"/>
                    <a:pt x="106" y="77"/>
                    <a:pt x="134" y="1"/>
                  </a:cubicBezTo>
                  <a:close/>
                </a:path>
              </a:pathLst>
            </a:custGeom>
            <a:solidFill>
              <a:srgbClr val="8999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4">
              <a:extLst>
                <a:ext uri="{FF2B5EF4-FFF2-40B4-BE49-F238E27FC236}">
                  <a16:creationId xmlns:a16="http://schemas.microsoft.com/office/drawing/2014/main" id="{078767A0-8618-2C76-0042-7E320F3CED20}"/>
                </a:ext>
              </a:extLst>
            </p:cNvPr>
            <p:cNvSpPr/>
            <p:nvPr/>
          </p:nvSpPr>
          <p:spPr>
            <a:xfrm>
              <a:off x="6367451" y="3577751"/>
              <a:ext cx="139148" cy="140144"/>
            </a:xfrm>
            <a:custGeom>
              <a:avLst/>
              <a:gdLst/>
              <a:ahLst/>
              <a:cxnLst/>
              <a:rect l="l" t="t" r="r" b="b"/>
              <a:pathLst>
                <a:path w="5311" h="5349" extrusionOk="0">
                  <a:moveTo>
                    <a:pt x="585" y="0"/>
                  </a:moveTo>
                  <a:cubicBezTo>
                    <a:pt x="585" y="1"/>
                    <a:pt x="0" y="1601"/>
                    <a:pt x="1841" y="2656"/>
                  </a:cubicBezTo>
                  <a:cubicBezTo>
                    <a:pt x="3317" y="3509"/>
                    <a:pt x="3969" y="4170"/>
                    <a:pt x="4065" y="4831"/>
                  </a:cubicBezTo>
                  <a:cubicBezTo>
                    <a:pt x="4107" y="5132"/>
                    <a:pt x="4366" y="5348"/>
                    <a:pt x="4661" y="5348"/>
                  </a:cubicBezTo>
                  <a:cubicBezTo>
                    <a:pt x="4695" y="5348"/>
                    <a:pt x="4730" y="5345"/>
                    <a:pt x="4764" y="5339"/>
                  </a:cubicBezTo>
                  <a:cubicBezTo>
                    <a:pt x="5100" y="5282"/>
                    <a:pt x="5311" y="4946"/>
                    <a:pt x="5234" y="4621"/>
                  </a:cubicBezTo>
                  <a:lnTo>
                    <a:pt x="4659" y="1985"/>
                  </a:lnTo>
                  <a:lnTo>
                    <a:pt x="4132" y="662"/>
                  </a:lnTo>
                  <a:cubicBezTo>
                    <a:pt x="4132" y="662"/>
                    <a:pt x="3539" y="703"/>
                    <a:pt x="2889" y="703"/>
                  </a:cubicBezTo>
                  <a:cubicBezTo>
                    <a:pt x="2171" y="703"/>
                    <a:pt x="1382" y="653"/>
                    <a:pt x="1246" y="441"/>
                  </a:cubicBezTo>
                  <a:cubicBezTo>
                    <a:pt x="1103" y="211"/>
                    <a:pt x="863" y="48"/>
                    <a:pt x="5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4">
              <a:extLst>
                <a:ext uri="{FF2B5EF4-FFF2-40B4-BE49-F238E27FC236}">
                  <a16:creationId xmlns:a16="http://schemas.microsoft.com/office/drawing/2014/main" id="{C7308D29-4B30-D2E7-531A-7CB73D2505B4}"/>
                </a:ext>
              </a:extLst>
            </p:cNvPr>
            <p:cNvSpPr/>
            <p:nvPr/>
          </p:nvSpPr>
          <p:spPr>
            <a:xfrm>
              <a:off x="6419929" y="3572485"/>
              <a:ext cx="101997" cy="56513"/>
            </a:xfrm>
            <a:custGeom>
              <a:avLst/>
              <a:gdLst/>
              <a:ahLst/>
              <a:cxnLst/>
              <a:rect l="l" t="t" r="r" b="b"/>
              <a:pathLst>
                <a:path w="3893" h="2157" extrusionOk="0">
                  <a:moveTo>
                    <a:pt x="825" y="0"/>
                  </a:moveTo>
                  <a:cubicBezTo>
                    <a:pt x="346" y="0"/>
                    <a:pt x="1" y="451"/>
                    <a:pt x="116" y="911"/>
                  </a:cubicBezTo>
                  <a:lnTo>
                    <a:pt x="192" y="1313"/>
                  </a:lnTo>
                  <a:cubicBezTo>
                    <a:pt x="317" y="1812"/>
                    <a:pt x="767" y="2157"/>
                    <a:pt x="1285" y="2157"/>
                  </a:cubicBezTo>
                  <a:lnTo>
                    <a:pt x="2608" y="2157"/>
                  </a:lnTo>
                  <a:cubicBezTo>
                    <a:pt x="3116" y="2157"/>
                    <a:pt x="3566" y="1812"/>
                    <a:pt x="3701" y="1313"/>
                  </a:cubicBezTo>
                  <a:lnTo>
                    <a:pt x="3768" y="911"/>
                  </a:lnTo>
                  <a:cubicBezTo>
                    <a:pt x="3892" y="451"/>
                    <a:pt x="3538" y="0"/>
                    <a:pt x="30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4">
              <a:extLst>
                <a:ext uri="{FF2B5EF4-FFF2-40B4-BE49-F238E27FC236}">
                  <a16:creationId xmlns:a16="http://schemas.microsoft.com/office/drawing/2014/main" id="{60DB6431-CFCF-129E-60FB-19D8D187B091}"/>
                </a:ext>
              </a:extLst>
            </p:cNvPr>
            <p:cNvSpPr/>
            <p:nvPr/>
          </p:nvSpPr>
          <p:spPr>
            <a:xfrm>
              <a:off x="6381232" y="3407006"/>
              <a:ext cx="100503" cy="62277"/>
            </a:xfrm>
            <a:custGeom>
              <a:avLst/>
              <a:gdLst/>
              <a:ahLst/>
              <a:cxnLst/>
              <a:rect l="l" t="t" r="r" b="b"/>
              <a:pathLst>
                <a:path w="3836" h="2377" extrusionOk="0">
                  <a:moveTo>
                    <a:pt x="886" y="1"/>
                  </a:moveTo>
                  <a:cubicBezTo>
                    <a:pt x="656" y="1"/>
                    <a:pt x="423" y="50"/>
                    <a:pt x="203" y="153"/>
                  </a:cubicBezTo>
                  <a:cubicBezTo>
                    <a:pt x="0" y="262"/>
                    <a:pt x="102" y="543"/>
                    <a:pt x="293" y="543"/>
                  </a:cubicBezTo>
                  <a:cubicBezTo>
                    <a:pt x="319" y="543"/>
                    <a:pt x="347" y="538"/>
                    <a:pt x="375" y="527"/>
                  </a:cubicBezTo>
                  <a:cubicBezTo>
                    <a:pt x="539" y="452"/>
                    <a:pt x="710" y="416"/>
                    <a:pt x="879" y="416"/>
                  </a:cubicBezTo>
                  <a:cubicBezTo>
                    <a:pt x="1295" y="416"/>
                    <a:pt x="1694" y="631"/>
                    <a:pt x="1919" y="1006"/>
                  </a:cubicBezTo>
                  <a:cubicBezTo>
                    <a:pt x="1612" y="1351"/>
                    <a:pt x="1535" y="1840"/>
                    <a:pt x="1727" y="2252"/>
                  </a:cubicBezTo>
                  <a:cubicBezTo>
                    <a:pt x="1765" y="2329"/>
                    <a:pt x="1832" y="2377"/>
                    <a:pt x="1919" y="2377"/>
                  </a:cubicBezTo>
                  <a:cubicBezTo>
                    <a:pt x="1947" y="2377"/>
                    <a:pt x="1976" y="2367"/>
                    <a:pt x="2005" y="2357"/>
                  </a:cubicBezTo>
                  <a:cubicBezTo>
                    <a:pt x="2110" y="2309"/>
                    <a:pt x="2149" y="2185"/>
                    <a:pt x="2101" y="2079"/>
                  </a:cubicBezTo>
                  <a:cubicBezTo>
                    <a:pt x="1938" y="1715"/>
                    <a:pt x="2091" y="1293"/>
                    <a:pt x="2455" y="1121"/>
                  </a:cubicBezTo>
                  <a:cubicBezTo>
                    <a:pt x="2551" y="1077"/>
                    <a:pt x="2652" y="1056"/>
                    <a:pt x="2752" y="1056"/>
                  </a:cubicBezTo>
                  <a:cubicBezTo>
                    <a:pt x="3023" y="1056"/>
                    <a:pt x="3285" y="1210"/>
                    <a:pt x="3404" y="1476"/>
                  </a:cubicBezTo>
                  <a:cubicBezTo>
                    <a:pt x="3447" y="1547"/>
                    <a:pt x="3527" y="1586"/>
                    <a:pt x="3608" y="1586"/>
                  </a:cubicBezTo>
                  <a:cubicBezTo>
                    <a:pt x="3636" y="1586"/>
                    <a:pt x="3665" y="1581"/>
                    <a:pt x="3692" y="1571"/>
                  </a:cubicBezTo>
                  <a:cubicBezTo>
                    <a:pt x="3788" y="1514"/>
                    <a:pt x="3836" y="1389"/>
                    <a:pt x="3788" y="1293"/>
                  </a:cubicBezTo>
                  <a:cubicBezTo>
                    <a:pt x="3592" y="875"/>
                    <a:pt x="3183" y="634"/>
                    <a:pt x="2757" y="634"/>
                  </a:cubicBezTo>
                  <a:cubicBezTo>
                    <a:pt x="2598" y="634"/>
                    <a:pt x="2436" y="667"/>
                    <a:pt x="2283" y="737"/>
                  </a:cubicBezTo>
                  <a:cubicBezTo>
                    <a:pt x="2273" y="747"/>
                    <a:pt x="2264" y="747"/>
                    <a:pt x="2264" y="757"/>
                  </a:cubicBezTo>
                  <a:cubicBezTo>
                    <a:pt x="1954" y="272"/>
                    <a:pt x="1428" y="1"/>
                    <a:pt x="8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4">
              <a:extLst>
                <a:ext uri="{FF2B5EF4-FFF2-40B4-BE49-F238E27FC236}">
                  <a16:creationId xmlns:a16="http://schemas.microsoft.com/office/drawing/2014/main" id="{6E0A46FC-6A7A-984D-C718-BBFA01C15290}"/>
                </a:ext>
              </a:extLst>
            </p:cNvPr>
            <p:cNvSpPr/>
            <p:nvPr/>
          </p:nvSpPr>
          <p:spPr>
            <a:xfrm>
              <a:off x="6255865" y="3454873"/>
              <a:ext cx="84259" cy="48811"/>
            </a:xfrm>
            <a:custGeom>
              <a:avLst/>
              <a:gdLst/>
              <a:ahLst/>
              <a:cxnLst/>
              <a:rect l="l" t="t" r="r" b="b"/>
              <a:pathLst>
                <a:path w="3216" h="1863" extrusionOk="0">
                  <a:moveTo>
                    <a:pt x="2482" y="1"/>
                  </a:moveTo>
                  <a:cubicBezTo>
                    <a:pt x="2018" y="1"/>
                    <a:pt x="1574" y="257"/>
                    <a:pt x="1345" y="693"/>
                  </a:cubicBezTo>
                  <a:cubicBezTo>
                    <a:pt x="1192" y="647"/>
                    <a:pt x="1036" y="624"/>
                    <a:pt x="880" y="624"/>
                  </a:cubicBezTo>
                  <a:cubicBezTo>
                    <a:pt x="646" y="624"/>
                    <a:pt x="414" y="676"/>
                    <a:pt x="195" y="780"/>
                  </a:cubicBezTo>
                  <a:cubicBezTo>
                    <a:pt x="1" y="889"/>
                    <a:pt x="97" y="1170"/>
                    <a:pt x="293" y="1170"/>
                  </a:cubicBezTo>
                  <a:cubicBezTo>
                    <a:pt x="319" y="1170"/>
                    <a:pt x="347" y="1165"/>
                    <a:pt x="377" y="1153"/>
                  </a:cubicBezTo>
                  <a:cubicBezTo>
                    <a:pt x="537" y="1079"/>
                    <a:pt x="706" y="1043"/>
                    <a:pt x="873" y="1043"/>
                  </a:cubicBezTo>
                  <a:cubicBezTo>
                    <a:pt x="1326" y="1043"/>
                    <a:pt x="1765" y="1304"/>
                    <a:pt x="1968" y="1738"/>
                  </a:cubicBezTo>
                  <a:cubicBezTo>
                    <a:pt x="2007" y="1815"/>
                    <a:pt x="2083" y="1863"/>
                    <a:pt x="2160" y="1863"/>
                  </a:cubicBezTo>
                  <a:cubicBezTo>
                    <a:pt x="2189" y="1863"/>
                    <a:pt x="2218" y="1853"/>
                    <a:pt x="2246" y="1844"/>
                  </a:cubicBezTo>
                  <a:cubicBezTo>
                    <a:pt x="2352" y="1796"/>
                    <a:pt x="2400" y="1671"/>
                    <a:pt x="2352" y="1566"/>
                  </a:cubicBezTo>
                  <a:cubicBezTo>
                    <a:pt x="2218" y="1278"/>
                    <a:pt x="1997" y="1029"/>
                    <a:pt x="1719" y="866"/>
                  </a:cubicBezTo>
                  <a:cubicBezTo>
                    <a:pt x="1825" y="684"/>
                    <a:pt x="1988" y="540"/>
                    <a:pt x="2179" y="473"/>
                  </a:cubicBezTo>
                  <a:cubicBezTo>
                    <a:pt x="2276" y="433"/>
                    <a:pt x="2380" y="414"/>
                    <a:pt x="2483" y="414"/>
                  </a:cubicBezTo>
                  <a:cubicBezTo>
                    <a:pt x="2605" y="414"/>
                    <a:pt x="2727" y="440"/>
                    <a:pt x="2841" y="492"/>
                  </a:cubicBezTo>
                  <a:cubicBezTo>
                    <a:pt x="2869" y="503"/>
                    <a:pt x="2897" y="509"/>
                    <a:pt x="2923" y="509"/>
                  </a:cubicBezTo>
                  <a:cubicBezTo>
                    <a:pt x="3114" y="509"/>
                    <a:pt x="3216" y="228"/>
                    <a:pt x="3013" y="118"/>
                  </a:cubicBezTo>
                  <a:cubicBezTo>
                    <a:pt x="2840" y="38"/>
                    <a:pt x="2660" y="1"/>
                    <a:pt x="24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4">
              <a:extLst>
                <a:ext uri="{FF2B5EF4-FFF2-40B4-BE49-F238E27FC236}">
                  <a16:creationId xmlns:a16="http://schemas.microsoft.com/office/drawing/2014/main" id="{FE21B5E8-AADC-CC8F-B065-AAFDD2BA3A59}"/>
                </a:ext>
              </a:extLst>
            </p:cNvPr>
            <p:cNvSpPr/>
            <p:nvPr/>
          </p:nvSpPr>
          <p:spPr>
            <a:xfrm>
              <a:off x="6422183" y="3506932"/>
              <a:ext cx="51273" cy="22637"/>
            </a:xfrm>
            <a:custGeom>
              <a:avLst/>
              <a:gdLst/>
              <a:ahLst/>
              <a:cxnLst/>
              <a:rect l="l" t="t" r="r" b="b"/>
              <a:pathLst>
                <a:path w="1957" h="864" extrusionOk="0">
                  <a:moveTo>
                    <a:pt x="847" y="1"/>
                  </a:moveTo>
                  <a:cubicBezTo>
                    <a:pt x="584" y="1"/>
                    <a:pt x="326" y="82"/>
                    <a:pt x="116" y="240"/>
                  </a:cubicBezTo>
                  <a:cubicBezTo>
                    <a:pt x="20" y="307"/>
                    <a:pt x="1" y="432"/>
                    <a:pt x="58" y="528"/>
                  </a:cubicBezTo>
                  <a:cubicBezTo>
                    <a:pt x="99" y="585"/>
                    <a:pt x="164" y="615"/>
                    <a:pt x="230" y="615"/>
                  </a:cubicBezTo>
                  <a:cubicBezTo>
                    <a:pt x="273" y="615"/>
                    <a:pt x="317" y="602"/>
                    <a:pt x="356" y="575"/>
                  </a:cubicBezTo>
                  <a:cubicBezTo>
                    <a:pt x="505" y="471"/>
                    <a:pt x="679" y="420"/>
                    <a:pt x="851" y="420"/>
                  </a:cubicBezTo>
                  <a:cubicBezTo>
                    <a:pt x="1119" y="420"/>
                    <a:pt x="1384" y="543"/>
                    <a:pt x="1554" y="777"/>
                  </a:cubicBezTo>
                  <a:cubicBezTo>
                    <a:pt x="1592" y="834"/>
                    <a:pt x="1650" y="863"/>
                    <a:pt x="1726" y="863"/>
                  </a:cubicBezTo>
                  <a:cubicBezTo>
                    <a:pt x="1765" y="863"/>
                    <a:pt x="1803" y="853"/>
                    <a:pt x="1841" y="825"/>
                  </a:cubicBezTo>
                  <a:cubicBezTo>
                    <a:pt x="1937" y="758"/>
                    <a:pt x="1956" y="623"/>
                    <a:pt x="1889" y="528"/>
                  </a:cubicBezTo>
                  <a:cubicBezTo>
                    <a:pt x="1698" y="259"/>
                    <a:pt x="1400" y="67"/>
                    <a:pt x="1065" y="20"/>
                  </a:cubicBezTo>
                  <a:cubicBezTo>
                    <a:pt x="992" y="7"/>
                    <a:pt x="920" y="1"/>
                    <a:pt x="8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44">
              <a:extLst>
                <a:ext uri="{FF2B5EF4-FFF2-40B4-BE49-F238E27FC236}">
                  <a16:creationId xmlns:a16="http://schemas.microsoft.com/office/drawing/2014/main" id="{7C7546CC-B325-72C0-8DFB-17408B746E21}"/>
                </a:ext>
              </a:extLst>
            </p:cNvPr>
            <p:cNvSpPr/>
            <p:nvPr/>
          </p:nvSpPr>
          <p:spPr>
            <a:xfrm>
              <a:off x="6358621" y="3569236"/>
              <a:ext cx="52793" cy="23292"/>
            </a:xfrm>
            <a:custGeom>
              <a:avLst/>
              <a:gdLst/>
              <a:ahLst/>
              <a:cxnLst/>
              <a:rect l="l" t="t" r="r" b="b"/>
              <a:pathLst>
                <a:path w="2015" h="889" extrusionOk="0">
                  <a:moveTo>
                    <a:pt x="1151" y="0"/>
                  </a:moveTo>
                  <a:cubicBezTo>
                    <a:pt x="1078" y="0"/>
                    <a:pt x="1005" y="6"/>
                    <a:pt x="932" y="19"/>
                  </a:cubicBezTo>
                  <a:cubicBezTo>
                    <a:pt x="596" y="86"/>
                    <a:pt x="309" y="278"/>
                    <a:pt x="117" y="555"/>
                  </a:cubicBezTo>
                  <a:cubicBezTo>
                    <a:pt x="1" y="720"/>
                    <a:pt x="143" y="888"/>
                    <a:pt x="293" y="888"/>
                  </a:cubicBezTo>
                  <a:cubicBezTo>
                    <a:pt x="353" y="888"/>
                    <a:pt x="415" y="861"/>
                    <a:pt x="462" y="795"/>
                  </a:cubicBezTo>
                  <a:cubicBezTo>
                    <a:pt x="587" y="603"/>
                    <a:pt x="788" y="479"/>
                    <a:pt x="1018" y="440"/>
                  </a:cubicBezTo>
                  <a:cubicBezTo>
                    <a:pt x="1074" y="428"/>
                    <a:pt x="1130" y="422"/>
                    <a:pt x="1186" y="422"/>
                  </a:cubicBezTo>
                  <a:cubicBezTo>
                    <a:pt x="1352" y="422"/>
                    <a:pt x="1517" y="474"/>
                    <a:pt x="1660" y="575"/>
                  </a:cubicBezTo>
                  <a:cubicBezTo>
                    <a:pt x="1696" y="600"/>
                    <a:pt x="1735" y="611"/>
                    <a:pt x="1774" y="611"/>
                  </a:cubicBezTo>
                  <a:cubicBezTo>
                    <a:pt x="1840" y="611"/>
                    <a:pt x="1905" y="577"/>
                    <a:pt x="1948" y="517"/>
                  </a:cubicBezTo>
                  <a:cubicBezTo>
                    <a:pt x="2015" y="421"/>
                    <a:pt x="1986" y="297"/>
                    <a:pt x="1900" y="230"/>
                  </a:cubicBezTo>
                  <a:cubicBezTo>
                    <a:pt x="1675" y="80"/>
                    <a:pt x="1415" y="0"/>
                    <a:pt x="11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4">
              <a:extLst>
                <a:ext uri="{FF2B5EF4-FFF2-40B4-BE49-F238E27FC236}">
                  <a16:creationId xmlns:a16="http://schemas.microsoft.com/office/drawing/2014/main" id="{AB2B120B-CC4E-D71C-4971-ED2328C16CE8}"/>
                </a:ext>
              </a:extLst>
            </p:cNvPr>
            <p:cNvSpPr/>
            <p:nvPr/>
          </p:nvSpPr>
          <p:spPr>
            <a:xfrm>
              <a:off x="6345076" y="3480470"/>
              <a:ext cx="45509" cy="34532"/>
            </a:xfrm>
            <a:custGeom>
              <a:avLst/>
              <a:gdLst/>
              <a:ahLst/>
              <a:cxnLst/>
              <a:rect l="l" t="t" r="r" b="b"/>
              <a:pathLst>
                <a:path w="1737" h="1318" extrusionOk="0">
                  <a:moveTo>
                    <a:pt x="1509" y="1"/>
                  </a:moveTo>
                  <a:cubicBezTo>
                    <a:pt x="1409" y="1"/>
                    <a:pt x="1322" y="73"/>
                    <a:pt x="1305" y="176"/>
                  </a:cubicBezTo>
                  <a:cubicBezTo>
                    <a:pt x="1236" y="599"/>
                    <a:pt x="872" y="897"/>
                    <a:pt x="458" y="897"/>
                  </a:cubicBezTo>
                  <a:cubicBezTo>
                    <a:pt x="412" y="897"/>
                    <a:pt x="365" y="893"/>
                    <a:pt x="318" y="886"/>
                  </a:cubicBezTo>
                  <a:cubicBezTo>
                    <a:pt x="308" y="885"/>
                    <a:pt x="299" y="884"/>
                    <a:pt x="290" y="884"/>
                  </a:cubicBezTo>
                  <a:cubicBezTo>
                    <a:pt x="54" y="884"/>
                    <a:pt x="1" y="1242"/>
                    <a:pt x="250" y="1298"/>
                  </a:cubicBezTo>
                  <a:cubicBezTo>
                    <a:pt x="318" y="1308"/>
                    <a:pt x="394" y="1317"/>
                    <a:pt x="461" y="1317"/>
                  </a:cubicBezTo>
                  <a:cubicBezTo>
                    <a:pt x="1084" y="1308"/>
                    <a:pt x="1621" y="857"/>
                    <a:pt x="1717" y="244"/>
                  </a:cubicBezTo>
                  <a:cubicBezTo>
                    <a:pt x="1736" y="129"/>
                    <a:pt x="1659" y="23"/>
                    <a:pt x="1544" y="4"/>
                  </a:cubicBezTo>
                  <a:cubicBezTo>
                    <a:pt x="1533" y="2"/>
                    <a:pt x="1521" y="1"/>
                    <a:pt x="15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4">
              <a:extLst>
                <a:ext uri="{FF2B5EF4-FFF2-40B4-BE49-F238E27FC236}">
                  <a16:creationId xmlns:a16="http://schemas.microsoft.com/office/drawing/2014/main" id="{B4BC9C0B-97D7-CA6B-1BDC-DBC9C3735E8B}"/>
                </a:ext>
              </a:extLst>
            </p:cNvPr>
            <p:cNvSpPr/>
            <p:nvPr/>
          </p:nvSpPr>
          <p:spPr>
            <a:xfrm>
              <a:off x="6278030" y="3534285"/>
              <a:ext cx="15353" cy="32933"/>
            </a:xfrm>
            <a:custGeom>
              <a:avLst/>
              <a:gdLst/>
              <a:ahLst/>
              <a:cxnLst/>
              <a:rect l="l" t="t" r="r" b="b"/>
              <a:pathLst>
                <a:path w="586" h="1257" extrusionOk="0">
                  <a:moveTo>
                    <a:pt x="300" y="1"/>
                  </a:moveTo>
                  <a:cubicBezTo>
                    <a:pt x="218" y="1"/>
                    <a:pt x="136" y="47"/>
                    <a:pt x="106" y="155"/>
                  </a:cubicBezTo>
                  <a:cubicBezTo>
                    <a:pt x="1" y="471"/>
                    <a:pt x="126" y="998"/>
                    <a:pt x="154" y="1094"/>
                  </a:cubicBezTo>
                  <a:cubicBezTo>
                    <a:pt x="173" y="1190"/>
                    <a:pt x="260" y="1257"/>
                    <a:pt x="356" y="1257"/>
                  </a:cubicBezTo>
                  <a:cubicBezTo>
                    <a:pt x="375" y="1257"/>
                    <a:pt x="384" y="1257"/>
                    <a:pt x="404" y="1247"/>
                  </a:cubicBezTo>
                  <a:cubicBezTo>
                    <a:pt x="519" y="1219"/>
                    <a:pt x="586" y="1103"/>
                    <a:pt x="557" y="998"/>
                  </a:cubicBezTo>
                  <a:cubicBezTo>
                    <a:pt x="499" y="787"/>
                    <a:pt x="451" y="433"/>
                    <a:pt x="499" y="279"/>
                  </a:cubicBezTo>
                  <a:cubicBezTo>
                    <a:pt x="564" y="115"/>
                    <a:pt x="431" y="1"/>
                    <a:pt x="3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44">
              <a:extLst>
                <a:ext uri="{FF2B5EF4-FFF2-40B4-BE49-F238E27FC236}">
                  <a16:creationId xmlns:a16="http://schemas.microsoft.com/office/drawing/2014/main" id="{11F10575-9F7B-7E86-BEDD-C3B79ED3BC23}"/>
                </a:ext>
              </a:extLst>
            </p:cNvPr>
            <p:cNvSpPr/>
            <p:nvPr/>
          </p:nvSpPr>
          <p:spPr>
            <a:xfrm>
              <a:off x="6325767" y="3362911"/>
              <a:ext cx="20672" cy="25519"/>
            </a:xfrm>
            <a:custGeom>
              <a:avLst/>
              <a:gdLst/>
              <a:ahLst/>
              <a:cxnLst/>
              <a:rect l="l" t="t" r="r" b="b"/>
              <a:pathLst>
                <a:path w="789" h="974" extrusionOk="0">
                  <a:moveTo>
                    <a:pt x="485" y="1"/>
                  </a:moveTo>
                  <a:cubicBezTo>
                    <a:pt x="438" y="1"/>
                    <a:pt x="389" y="19"/>
                    <a:pt x="345" y="62"/>
                  </a:cubicBezTo>
                  <a:cubicBezTo>
                    <a:pt x="307" y="101"/>
                    <a:pt x="0" y="408"/>
                    <a:pt x="0" y="772"/>
                  </a:cubicBezTo>
                  <a:cubicBezTo>
                    <a:pt x="0" y="887"/>
                    <a:pt x="96" y="973"/>
                    <a:pt x="211" y="973"/>
                  </a:cubicBezTo>
                  <a:cubicBezTo>
                    <a:pt x="216" y="974"/>
                    <a:pt x="222" y="974"/>
                    <a:pt x="227" y="974"/>
                  </a:cubicBezTo>
                  <a:cubicBezTo>
                    <a:pt x="335" y="974"/>
                    <a:pt x="421" y="881"/>
                    <a:pt x="412" y="772"/>
                  </a:cubicBezTo>
                  <a:cubicBezTo>
                    <a:pt x="412" y="618"/>
                    <a:pt x="575" y="417"/>
                    <a:pt x="633" y="360"/>
                  </a:cubicBezTo>
                  <a:cubicBezTo>
                    <a:pt x="788" y="212"/>
                    <a:pt x="646" y="1"/>
                    <a:pt x="48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4">
              <a:extLst>
                <a:ext uri="{FF2B5EF4-FFF2-40B4-BE49-F238E27FC236}">
                  <a16:creationId xmlns:a16="http://schemas.microsoft.com/office/drawing/2014/main" id="{C4E4B4BD-367D-2220-66CD-50544F360B94}"/>
                </a:ext>
              </a:extLst>
            </p:cNvPr>
            <p:cNvSpPr/>
            <p:nvPr/>
          </p:nvSpPr>
          <p:spPr>
            <a:xfrm>
              <a:off x="6305042" y="3381146"/>
              <a:ext cx="50880" cy="19205"/>
            </a:xfrm>
            <a:custGeom>
              <a:avLst/>
              <a:gdLst/>
              <a:ahLst/>
              <a:cxnLst/>
              <a:rect l="l" t="t" r="r" b="b"/>
              <a:pathLst>
                <a:path w="1942" h="733" extrusionOk="0">
                  <a:moveTo>
                    <a:pt x="1025" y="0"/>
                  </a:moveTo>
                  <a:cubicBezTo>
                    <a:pt x="896" y="0"/>
                    <a:pt x="778" y="24"/>
                    <a:pt x="676" y="57"/>
                  </a:cubicBezTo>
                  <a:cubicBezTo>
                    <a:pt x="484" y="124"/>
                    <a:pt x="302" y="229"/>
                    <a:pt x="149" y="373"/>
                  </a:cubicBezTo>
                  <a:cubicBezTo>
                    <a:pt x="1" y="521"/>
                    <a:pt x="139" y="732"/>
                    <a:pt x="302" y="732"/>
                  </a:cubicBezTo>
                  <a:cubicBezTo>
                    <a:pt x="350" y="732"/>
                    <a:pt x="400" y="714"/>
                    <a:pt x="446" y="670"/>
                  </a:cubicBezTo>
                  <a:cubicBezTo>
                    <a:pt x="459" y="651"/>
                    <a:pt x="699" y="421"/>
                    <a:pt x="1018" y="421"/>
                  </a:cubicBezTo>
                  <a:cubicBezTo>
                    <a:pt x="1184" y="421"/>
                    <a:pt x="1371" y="483"/>
                    <a:pt x="1558" y="670"/>
                  </a:cubicBezTo>
                  <a:cubicBezTo>
                    <a:pt x="1606" y="699"/>
                    <a:pt x="1654" y="728"/>
                    <a:pt x="1711" y="728"/>
                  </a:cubicBezTo>
                  <a:cubicBezTo>
                    <a:pt x="1759" y="728"/>
                    <a:pt x="1817" y="699"/>
                    <a:pt x="1855" y="660"/>
                  </a:cubicBezTo>
                  <a:cubicBezTo>
                    <a:pt x="1941" y="584"/>
                    <a:pt x="1941" y="450"/>
                    <a:pt x="1855" y="373"/>
                  </a:cubicBezTo>
                  <a:cubicBezTo>
                    <a:pt x="1565" y="89"/>
                    <a:pt x="1274" y="0"/>
                    <a:pt x="10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44">
              <a:extLst>
                <a:ext uri="{FF2B5EF4-FFF2-40B4-BE49-F238E27FC236}">
                  <a16:creationId xmlns:a16="http://schemas.microsoft.com/office/drawing/2014/main" id="{123B5928-11F4-F588-648C-62983F2FE288}"/>
                </a:ext>
              </a:extLst>
            </p:cNvPr>
            <p:cNvSpPr/>
            <p:nvPr/>
          </p:nvSpPr>
          <p:spPr>
            <a:xfrm>
              <a:off x="6526275" y="3501037"/>
              <a:ext cx="29056" cy="37309"/>
            </a:xfrm>
            <a:custGeom>
              <a:avLst/>
              <a:gdLst/>
              <a:ahLst/>
              <a:cxnLst/>
              <a:rect l="l" t="t" r="r" b="b"/>
              <a:pathLst>
                <a:path w="1109" h="1424" extrusionOk="0">
                  <a:moveTo>
                    <a:pt x="313" y="0"/>
                  </a:moveTo>
                  <a:cubicBezTo>
                    <a:pt x="141" y="0"/>
                    <a:pt x="1" y="236"/>
                    <a:pt x="188" y="379"/>
                  </a:cubicBezTo>
                  <a:cubicBezTo>
                    <a:pt x="447" y="590"/>
                    <a:pt x="629" y="896"/>
                    <a:pt x="686" y="1232"/>
                  </a:cubicBezTo>
                  <a:cubicBezTo>
                    <a:pt x="696" y="1337"/>
                    <a:pt x="792" y="1424"/>
                    <a:pt x="897" y="1424"/>
                  </a:cubicBezTo>
                  <a:cubicBezTo>
                    <a:pt x="907" y="1424"/>
                    <a:pt x="907" y="1424"/>
                    <a:pt x="916" y="1414"/>
                  </a:cubicBezTo>
                  <a:cubicBezTo>
                    <a:pt x="1032" y="1404"/>
                    <a:pt x="1108" y="1309"/>
                    <a:pt x="1108" y="1193"/>
                  </a:cubicBezTo>
                  <a:cubicBezTo>
                    <a:pt x="1032" y="753"/>
                    <a:pt x="801" y="350"/>
                    <a:pt x="456" y="62"/>
                  </a:cubicBezTo>
                  <a:cubicBezTo>
                    <a:pt x="410" y="19"/>
                    <a:pt x="360" y="0"/>
                    <a:pt x="3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8" name="Google Shape;1138;p44">
            <a:extLst>
              <a:ext uri="{FF2B5EF4-FFF2-40B4-BE49-F238E27FC236}">
                <a16:creationId xmlns:a16="http://schemas.microsoft.com/office/drawing/2014/main" id="{516D160B-1ACF-C38B-8A48-1B0C71C5B068}"/>
              </a:ext>
            </a:extLst>
          </p:cNvPr>
          <p:cNvGrpSpPr/>
          <p:nvPr/>
        </p:nvGrpSpPr>
        <p:grpSpPr>
          <a:xfrm>
            <a:off x="1468415" y="1751854"/>
            <a:ext cx="373669" cy="363308"/>
            <a:chOff x="3512070" y="1956222"/>
            <a:chExt cx="373669" cy="363308"/>
          </a:xfrm>
        </p:grpSpPr>
        <p:sp>
          <p:nvSpPr>
            <p:cNvPr id="1139" name="Google Shape;1139;p44">
              <a:extLst>
                <a:ext uri="{FF2B5EF4-FFF2-40B4-BE49-F238E27FC236}">
                  <a16:creationId xmlns:a16="http://schemas.microsoft.com/office/drawing/2014/main" id="{C9C54764-AC4C-0BE0-5A66-12D5105AA08B}"/>
                </a:ext>
              </a:extLst>
            </p:cNvPr>
            <p:cNvSpPr/>
            <p:nvPr/>
          </p:nvSpPr>
          <p:spPr>
            <a:xfrm>
              <a:off x="3547316" y="2232314"/>
              <a:ext cx="316069" cy="53841"/>
            </a:xfrm>
            <a:custGeom>
              <a:avLst/>
              <a:gdLst/>
              <a:ahLst/>
              <a:cxnLst/>
              <a:rect l="l" t="t" r="r" b="b"/>
              <a:pathLst>
                <a:path w="21110" h="3596" extrusionOk="0">
                  <a:moveTo>
                    <a:pt x="1809" y="1"/>
                  </a:moveTo>
                  <a:cubicBezTo>
                    <a:pt x="800" y="1"/>
                    <a:pt x="1" y="799"/>
                    <a:pt x="1" y="1788"/>
                  </a:cubicBezTo>
                  <a:cubicBezTo>
                    <a:pt x="1" y="2776"/>
                    <a:pt x="800" y="3596"/>
                    <a:pt x="1809" y="3596"/>
                  </a:cubicBezTo>
                  <a:lnTo>
                    <a:pt x="21109" y="3596"/>
                  </a:lnTo>
                  <a:lnTo>
                    <a:pt x="2110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4">
              <a:extLst>
                <a:ext uri="{FF2B5EF4-FFF2-40B4-BE49-F238E27FC236}">
                  <a16:creationId xmlns:a16="http://schemas.microsoft.com/office/drawing/2014/main" id="{F46B57DD-DE91-B044-239E-CBF11891FD5A}"/>
                </a:ext>
              </a:extLst>
            </p:cNvPr>
            <p:cNvSpPr/>
            <p:nvPr/>
          </p:nvSpPr>
          <p:spPr>
            <a:xfrm>
              <a:off x="3515215" y="2198312"/>
              <a:ext cx="370524" cy="121217"/>
            </a:xfrm>
            <a:custGeom>
              <a:avLst/>
              <a:gdLst/>
              <a:ahLst/>
              <a:cxnLst/>
              <a:rect l="l" t="t" r="r" b="b"/>
              <a:pathLst>
                <a:path w="24747" h="8096" extrusionOk="0">
                  <a:moveTo>
                    <a:pt x="3953" y="1"/>
                  </a:moveTo>
                  <a:cubicBezTo>
                    <a:pt x="1746" y="64"/>
                    <a:pt x="0" y="1851"/>
                    <a:pt x="0" y="4038"/>
                  </a:cubicBezTo>
                  <a:cubicBezTo>
                    <a:pt x="0" y="6245"/>
                    <a:pt x="1746" y="8032"/>
                    <a:pt x="3953" y="8095"/>
                  </a:cubicBezTo>
                  <a:lnTo>
                    <a:pt x="24010" y="8095"/>
                  </a:lnTo>
                  <a:cubicBezTo>
                    <a:pt x="24410" y="8095"/>
                    <a:pt x="24746" y="7759"/>
                    <a:pt x="24746" y="7338"/>
                  </a:cubicBezTo>
                  <a:lnTo>
                    <a:pt x="24746" y="6582"/>
                  </a:lnTo>
                  <a:cubicBezTo>
                    <a:pt x="24746" y="6182"/>
                    <a:pt x="24410" y="5846"/>
                    <a:pt x="24010" y="5846"/>
                  </a:cubicBezTo>
                  <a:lnTo>
                    <a:pt x="3953" y="5867"/>
                  </a:lnTo>
                  <a:cubicBezTo>
                    <a:pt x="2965" y="5867"/>
                    <a:pt x="2166" y="5068"/>
                    <a:pt x="2145" y="4101"/>
                  </a:cubicBezTo>
                  <a:cubicBezTo>
                    <a:pt x="2145" y="3070"/>
                    <a:pt x="2965" y="2251"/>
                    <a:pt x="3995" y="2251"/>
                  </a:cubicBezTo>
                  <a:lnTo>
                    <a:pt x="24010" y="2251"/>
                  </a:lnTo>
                  <a:cubicBezTo>
                    <a:pt x="24410" y="2251"/>
                    <a:pt x="24746" y="1914"/>
                    <a:pt x="24746" y="1515"/>
                  </a:cubicBezTo>
                  <a:lnTo>
                    <a:pt x="24746" y="758"/>
                  </a:lnTo>
                  <a:cubicBezTo>
                    <a:pt x="24746" y="337"/>
                    <a:pt x="24410" y="1"/>
                    <a:pt x="240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44">
              <a:extLst>
                <a:ext uri="{FF2B5EF4-FFF2-40B4-BE49-F238E27FC236}">
                  <a16:creationId xmlns:a16="http://schemas.microsoft.com/office/drawing/2014/main" id="{50EFCF38-AB6E-EF10-7028-E9BD31B13E60}"/>
                </a:ext>
              </a:extLst>
            </p:cNvPr>
            <p:cNvSpPr/>
            <p:nvPr/>
          </p:nvSpPr>
          <p:spPr>
            <a:xfrm>
              <a:off x="3574401" y="2259070"/>
              <a:ext cx="52583" cy="52838"/>
            </a:xfrm>
            <a:custGeom>
              <a:avLst/>
              <a:gdLst/>
              <a:ahLst/>
              <a:cxnLst/>
              <a:rect l="l" t="t" r="r" b="b"/>
              <a:pathLst>
                <a:path w="3512" h="3529" extrusionOk="0">
                  <a:moveTo>
                    <a:pt x="736" y="1"/>
                  </a:moveTo>
                  <a:cubicBezTo>
                    <a:pt x="336" y="1"/>
                    <a:pt x="0" y="337"/>
                    <a:pt x="0" y="758"/>
                  </a:cubicBezTo>
                  <a:lnTo>
                    <a:pt x="0" y="2776"/>
                  </a:lnTo>
                  <a:cubicBezTo>
                    <a:pt x="0" y="3200"/>
                    <a:pt x="343" y="3529"/>
                    <a:pt x="740" y="3529"/>
                  </a:cubicBezTo>
                  <a:cubicBezTo>
                    <a:pt x="835" y="3529"/>
                    <a:pt x="933" y="3510"/>
                    <a:pt x="1030" y="3470"/>
                  </a:cubicBezTo>
                  <a:lnTo>
                    <a:pt x="1787" y="3154"/>
                  </a:lnTo>
                  <a:lnTo>
                    <a:pt x="2460" y="3449"/>
                  </a:lnTo>
                  <a:cubicBezTo>
                    <a:pt x="2560" y="3490"/>
                    <a:pt x="2662" y="3510"/>
                    <a:pt x="2760" y="3510"/>
                  </a:cubicBezTo>
                  <a:cubicBezTo>
                    <a:pt x="3160" y="3510"/>
                    <a:pt x="3511" y="3193"/>
                    <a:pt x="3511" y="2755"/>
                  </a:cubicBezTo>
                  <a:lnTo>
                    <a:pt x="3511" y="758"/>
                  </a:lnTo>
                  <a:cubicBezTo>
                    <a:pt x="3511" y="337"/>
                    <a:pt x="3175" y="1"/>
                    <a:pt x="27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44">
              <a:extLst>
                <a:ext uri="{FF2B5EF4-FFF2-40B4-BE49-F238E27FC236}">
                  <a16:creationId xmlns:a16="http://schemas.microsoft.com/office/drawing/2014/main" id="{702C2CE6-3388-0440-2593-C2511D399283}"/>
                </a:ext>
              </a:extLst>
            </p:cNvPr>
            <p:cNvSpPr/>
            <p:nvPr/>
          </p:nvSpPr>
          <p:spPr>
            <a:xfrm>
              <a:off x="3547316" y="1990239"/>
              <a:ext cx="316069" cy="53841"/>
            </a:xfrm>
            <a:custGeom>
              <a:avLst/>
              <a:gdLst/>
              <a:ahLst/>
              <a:cxnLst/>
              <a:rect l="l" t="t" r="r" b="b"/>
              <a:pathLst>
                <a:path w="21110" h="3596" extrusionOk="0">
                  <a:moveTo>
                    <a:pt x="1809" y="1"/>
                  </a:moveTo>
                  <a:cubicBezTo>
                    <a:pt x="800" y="1"/>
                    <a:pt x="1" y="800"/>
                    <a:pt x="1" y="1788"/>
                  </a:cubicBezTo>
                  <a:cubicBezTo>
                    <a:pt x="1" y="2776"/>
                    <a:pt x="800" y="3596"/>
                    <a:pt x="1809" y="3596"/>
                  </a:cubicBezTo>
                  <a:lnTo>
                    <a:pt x="21109" y="3596"/>
                  </a:lnTo>
                  <a:lnTo>
                    <a:pt x="2110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4">
              <a:extLst>
                <a:ext uri="{FF2B5EF4-FFF2-40B4-BE49-F238E27FC236}">
                  <a16:creationId xmlns:a16="http://schemas.microsoft.com/office/drawing/2014/main" id="{52CEF82D-1CCD-6881-60B6-DFF0C8C59D77}"/>
                </a:ext>
              </a:extLst>
            </p:cNvPr>
            <p:cNvSpPr/>
            <p:nvPr/>
          </p:nvSpPr>
          <p:spPr>
            <a:xfrm>
              <a:off x="3512070" y="1956222"/>
              <a:ext cx="373669" cy="121247"/>
            </a:xfrm>
            <a:custGeom>
              <a:avLst/>
              <a:gdLst/>
              <a:ahLst/>
              <a:cxnLst/>
              <a:rect l="l" t="t" r="r" b="b"/>
              <a:pathLst>
                <a:path w="24957" h="8098" extrusionOk="0">
                  <a:moveTo>
                    <a:pt x="4049" y="1"/>
                  </a:moveTo>
                  <a:cubicBezTo>
                    <a:pt x="1829" y="1"/>
                    <a:pt x="0" y="1806"/>
                    <a:pt x="0" y="4039"/>
                  </a:cubicBezTo>
                  <a:cubicBezTo>
                    <a:pt x="0" y="6284"/>
                    <a:pt x="1850" y="8097"/>
                    <a:pt x="4086" y="8097"/>
                  </a:cubicBezTo>
                  <a:cubicBezTo>
                    <a:pt x="4112" y="8097"/>
                    <a:pt x="4137" y="8097"/>
                    <a:pt x="4163" y="8097"/>
                  </a:cubicBezTo>
                  <a:lnTo>
                    <a:pt x="24220" y="8097"/>
                  </a:lnTo>
                  <a:cubicBezTo>
                    <a:pt x="24620" y="8097"/>
                    <a:pt x="24956" y="7760"/>
                    <a:pt x="24956" y="7340"/>
                  </a:cubicBezTo>
                  <a:lnTo>
                    <a:pt x="24956" y="6583"/>
                  </a:lnTo>
                  <a:cubicBezTo>
                    <a:pt x="24956" y="6183"/>
                    <a:pt x="24620" y="5847"/>
                    <a:pt x="24220" y="5847"/>
                  </a:cubicBezTo>
                  <a:lnTo>
                    <a:pt x="4163" y="5847"/>
                  </a:lnTo>
                  <a:lnTo>
                    <a:pt x="4163" y="5868"/>
                  </a:lnTo>
                  <a:cubicBezTo>
                    <a:pt x="3175" y="5847"/>
                    <a:pt x="2376" y="5069"/>
                    <a:pt x="2355" y="4102"/>
                  </a:cubicBezTo>
                  <a:cubicBezTo>
                    <a:pt x="2355" y="3072"/>
                    <a:pt x="3175" y="2252"/>
                    <a:pt x="4205" y="2252"/>
                  </a:cubicBezTo>
                  <a:lnTo>
                    <a:pt x="24220" y="2252"/>
                  </a:lnTo>
                  <a:cubicBezTo>
                    <a:pt x="24620" y="2252"/>
                    <a:pt x="24956" y="1915"/>
                    <a:pt x="24956" y="1495"/>
                  </a:cubicBezTo>
                  <a:lnTo>
                    <a:pt x="24956" y="759"/>
                  </a:lnTo>
                  <a:cubicBezTo>
                    <a:pt x="24956" y="339"/>
                    <a:pt x="24620" y="2"/>
                    <a:pt x="24220" y="2"/>
                  </a:cubicBezTo>
                  <a:lnTo>
                    <a:pt x="4163" y="2"/>
                  </a:lnTo>
                  <a:cubicBezTo>
                    <a:pt x="4125" y="1"/>
                    <a:pt x="4087" y="1"/>
                    <a:pt x="40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4">
              <a:extLst>
                <a:ext uri="{FF2B5EF4-FFF2-40B4-BE49-F238E27FC236}">
                  <a16:creationId xmlns:a16="http://schemas.microsoft.com/office/drawing/2014/main" id="{CB85D7C1-7E6B-A5AE-AF34-C879D609579B}"/>
                </a:ext>
              </a:extLst>
            </p:cNvPr>
            <p:cNvSpPr/>
            <p:nvPr/>
          </p:nvSpPr>
          <p:spPr>
            <a:xfrm>
              <a:off x="3574401" y="2016995"/>
              <a:ext cx="52583" cy="52733"/>
            </a:xfrm>
            <a:custGeom>
              <a:avLst/>
              <a:gdLst/>
              <a:ahLst/>
              <a:cxnLst/>
              <a:rect l="l" t="t" r="r" b="b"/>
              <a:pathLst>
                <a:path w="3512" h="3522" extrusionOk="0">
                  <a:moveTo>
                    <a:pt x="736" y="1"/>
                  </a:moveTo>
                  <a:cubicBezTo>
                    <a:pt x="336" y="1"/>
                    <a:pt x="0" y="337"/>
                    <a:pt x="0" y="758"/>
                  </a:cubicBezTo>
                  <a:lnTo>
                    <a:pt x="0" y="2776"/>
                  </a:lnTo>
                  <a:cubicBezTo>
                    <a:pt x="0" y="3205"/>
                    <a:pt x="349" y="3521"/>
                    <a:pt x="752" y="3521"/>
                  </a:cubicBezTo>
                  <a:cubicBezTo>
                    <a:pt x="843" y="3521"/>
                    <a:pt x="937" y="3505"/>
                    <a:pt x="1030" y="3470"/>
                  </a:cubicBezTo>
                  <a:lnTo>
                    <a:pt x="1787" y="3155"/>
                  </a:lnTo>
                  <a:lnTo>
                    <a:pt x="2460" y="3449"/>
                  </a:lnTo>
                  <a:cubicBezTo>
                    <a:pt x="2560" y="3491"/>
                    <a:pt x="2662" y="3510"/>
                    <a:pt x="2760" y="3510"/>
                  </a:cubicBezTo>
                  <a:cubicBezTo>
                    <a:pt x="3160" y="3510"/>
                    <a:pt x="3511" y="3193"/>
                    <a:pt x="3511" y="2755"/>
                  </a:cubicBezTo>
                  <a:lnTo>
                    <a:pt x="3511" y="758"/>
                  </a:lnTo>
                  <a:cubicBezTo>
                    <a:pt x="3511" y="337"/>
                    <a:pt x="3175" y="1"/>
                    <a:pt x="27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4">
              <a:extLst>
                <a:ext uri="{FF2B5EF4-FFF2-40B4-BE49-F238E27FC236}">
                  <a16:creationId xmlns:a16="http://schemas.microsoft.com/office/drawing/2014/main" id="{33747C84-9C7E-E1BB-71D7-AB4980A79972}"/>
                </a:ext>
              </a:extLst>
            </p:cNvPr>
            <p:cNvSpPr/>
            <p:nvPr/>
          </p:nvSpPr>
          <p:spPr>
            <a:xfrm>
              <a:off x="3536311" y="2111127"/>
              <a:ext cx="315740" cy="53841"/>
            </a:xfrm>
            <a:custGeom>
              <a:avLst/>
              <a:gdLst/>
              <a:ahLst/>
              <a:cxnLst/>
              <a:rect l="l" t="t" r="r" b="b"/>
              <a:pathLst>
                <a:path w="21088" h="3596" extrusionOk="0">
                  <a:moveTo>
                    <a:pt x="0" y="0"/>
                  </a:moveTo>
                  <a:lnTo>
                    <a:pt x="0" y="3595"/>
                  </a:lnTo>
                  <a:lnTo>
                    <a:pt x="19300" y="3595"/>
                  </a:lnTo>
                  <a:cubicBezTo>
                    <a:pt x="20289" y="3595"/>
                    <a:pt x="21088" y="2796"/>
                    <a:pt x="21088" y="1808"/>
                  </a:cubicBezTo>
                  <a:cubicBezTo>
                    <a:pt x="21088" y="820"/>
                    <a:pt x="20289" y="0"/>
                    <a:pt x="193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4">
              <a:extLst>
                <a:ext uri="{FF2B5EF4-FFF2-40B4-BE49-F238E27FC236}">
                  <a16:creationId xmlns:a16="http://schemas.microsoft.com/office/drawing/2014/main" id="{582721BA-F081-C2B6-2013-8D543347024C}"/>
                </a:ext>
              </a:extLst>
            </p:cNvPr>
            <p:cNvSpPr/>
            <p:nvPr/>
          </p:nvSpPr>
          <p:spPr>
            <a:xfrm>
              <a:off x="3513642" y="2077439"/>
              <a:ext cx="370509" cy="120888"/>
            </a:xfrm>
            <a:custGeom>
              <a:avLst/>
              <a:gdLst/>
              <a:ahLst/>
              <a:cxnLst/>
              <a:rect l="l" t="t" r="r" b="b"/>
              <a:pathLst>
                <a:path w="24746" h="8074" extrusionOk="0">
                  <a:moveTo>
                    <a:pt x="757" y="1"/>
                  </a:moveTo>
                  <a:cubicBezTo>
                    <a:pt x="337" y="1"/>
                    <a:pt x="0" y="337"/>
                    <a:pt x="0" y="757"/>
                  </a:cubicBezTo>
                  <a:lnTo>
                    <a:pt x="0" y="1493"/>
                  </a:lnTo>
                  <a:cubicBezTo>
                    <a:pt x="0" y="1914"/>
                    <a:pt x="337" y="2250"/>
                    <a:pt x="757" y="2250"/>
                  </a:cubicBezTo>
                  <a:lnTo>
                    <a:pt x="20772" y="2250"/>
                  </a:lnTo>
                  <a:cubicBezTo>
                    <a:pt x="21782" y="2250"/>
                    <a:pt x="22602" y="3070"/>
                    <a:pt x="22602" y="4079"/>
                  </a:cubicBezTo>
                  <a:cubicBezTo>
                    <a:pt x="22602" y="5067"/>
                    <a:pt x="21803" y="5845"/>
                    <a:pt x="20814" y="5845"/>
                  </a:cubicBezTo>
                  <a:lnTo>
                    <a:pt x="20814" y="5824"/>
                  </a:lnTo>
                  <a:lnTo>
                    <a:pt x="757" y="5824"/>
                  </a:lnTo>
                  <a:cubicBezTo>
                    <a:pt x="337" y="5824"/>
                    <a:pt x="0" y="6161"/>
                    <a:pt x="0" y="6581"/>
                  </a:cubicBezTo>
                  <a:lnTo>
                    <a:pt x="0" y="7338"/>
                  </a:lnTo>
                  <a:cubicBezTo>
                    <a:pt x="0" y="7738"/>
                    <a:pt x="337" y="8074"/>
                    <a:pt x="757" y="8074"/>
                  </a:cubicBezTo>
                  <a:lnTo>
                    <a:pt x="20814" y="8074"/>
                  </a:lnTo>
                  <a:cubicBezTo>
                    <a:pt x="23001" y="8032"/>
                    <a:pt x="24746" y="6224"/>
                    <a:pt x="24746" y="4037"/>
                  </a:cubicBezTo>
                  <a:cubicBezTo>
                    <a:pt x="24746" y="1851"/>
                    <a:pt x="23001" y="64"/>
                    <a:pt x="208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4">
              <a:extLst>
                <a:ext uri="{FF2B5EF4-FFF2-40B4-BE49-F238E27FC236}">
                  <a16:creationId xmlns:a16="http://schemas.microsoft.com/office/drawing/2014/main" id="{39D493F8-A249-FCB2-9229-18BAA1189852}"/>
                </a:ext>
              </a:extLst>
            </p:cNvPr>
            <p:cNvSpPr/>
            <p:nvPr/>
          </p:nvSpPr>
          <p:spPr>
            <a:xfrm>
              <a:off x="3772397" y="2138182"/>
              <a:ext cx="52898" cy="52568"/>
            </a:xfrm>
            <a:custGeom>
              <a:avLst/>
              <a:gdLst/>
              <a:ahLst/>
              <a:cxnLst/>
              <a:rect l="l" t="t" r="r" b="b"/>
              <a:pathLst>
                <a:path w="3533" h="3511" extrusionOk="0">
                  <a:moveTo>
                    <a:pt x="720" y="0"/>
                  </a:moveTo>
                  <a:cubicBezTo>
                    <a:pt x="317" y="0"/>
                    <a:pt x="0" y="329"/>
                    <a:pt x="0" y="737"/>
                  </a:cubicBezTo>
                  <a:lnTo>
                    <a:pt x="0" y="2734"/>
                  </a:lnTo>
                  <a:cubicBezTo>
                    <a:pt x="0" y="3173"/>
                    <a:pt x="365" y="3489"/>
                    <a:pt x="759" y="3489"/>
                  </a:cubicBezTo>
                  <a:cubicBezTo>
                    <a:pt x="856" y="3489"/>
                    <a:pt x="956" y="3470"/>
                    <a:pt x="1052" y="3428"/>
                  </a:cubicBezTo>
                  <a:lnTo>
                    <a:pt x="1745" y="3134"/>
                  </a:lnTo>
                  <a:lnTo>
                    <a:pt x="2502" y="3449"/>
                  </a:lnTo>
                  <a:cubicBezTo>
                    <a:pt x="2599" y="3491"/>
                    <a:pt x="2697" y="3510"/>
                    <a:pt x="2794" y="3510"/>
                  </a:cubicBezTo>
                  <a:cubicBezTo>
                    <a:pt x="3182" y="3510"/>
                    <a:pt x="3532" y="3197"/>
                    <a:pt x="3532" y="2776"/>
                  </a:cubicBezTo>
                  <a:lnTo>
                    <a:pt x="3532" y="737"/>
                  </a:lnTo>
                  <a:cubicBezTo>
                    <a:pt x="3532" y="349"/>
                    <a:pt x="3215" y="0"/>
                    <a:pt x="2811" y="0"/>
                  </a:cubicBezTo>
                  <a:cubicBezTo>
                    <a:pt x="2799" y="0"/>
                    <a:pt x="2787" y="1"/>
                    <a:pt x="2776" y="1"/>
                  </a:cubicBezTo>
                  <a:lnTo>
                    <a:pt x="757" y="1"/>
                  </a:lnTo>
                  <a:cubicBezTo>
                    <a:pt x="745" y="1"/>
                    <a:pt x="732" y="0"/>
                    <a:pt x="7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8" name="Google Shape;1148;p44">
            <a:extLst>
              <a:ext uri="{FF2B5EF4-FFF2-40B4-BE49-F238E27FC236}">
                <a16:creationId xmlns:a16="http://schemas.microsoft.com/office/drawing/2014/main" id="{A178CC21-E68A-79DB-ABA4-01849A0B41F2}"/>
              </a:ext>
            </a:extLst>
          </p:cNvPr>
          <p:cNvGrpSpPr/>
          <p:nvPr/>
        </p:nvGrpSpPr>
        <p:grpSpPr>
          <a:xfrm>
            <a:off x="7483554" y="1577417"/>
            <a:ext cx="533163" cy="524418"/>
            <a:chOff x="7101903" y="3762022"/>
            <a:chExt cx="398627" cy="392088"/>
          </a:xfrm>
        </p:grpSpPr>
        <p:sp>
          <p:nvSpPr>
            <p:cNvPr id="1149" name="Google Shape;1149;p44">
              <a:extLst>
                <a:ext uri="{FF2B5EF4-FFF2-40B4-BE49-F238E27FC236}">
                  <a16:creationId xmlns:a16="http://schemas.microsoft.com/office/drawing/2014/main" id="{C995EA24-D171-9A33-B4DD-A015D798A1EF}"/>
                </a:ext>
              </a:extLst>
            </p:cNvPr>
            <p:cNvSpPr/>
            <p:nvPr/>
          </p:nvSpPr>
          <p:spPr>
            <a:xfrm>
              <a:off x="7101903" y="3887676"/>
              <a:ext cx="201099" cy="201335"/>
            </a:xfrm>
            <a:custGeom>
              <a:avLst/>
              <a:gdLst/>
              <a:ahLst/>
              <a:cxnLst/>
              <a:rect l="l" t="t" r="r" b="b"/>
              <a:pathLst>
                <a:path w="7658" h="7667" extrusionOk="0">
                  <a:moveTo>
                    <a:pt x="5064" y="1"/>
                  </a:moveTo>
                  <a:cubicBezTo>
                    <a:pt x="3896" y="1"/>
                    <a:pt x="3427" y="1494"/>
                    <a:pt x="4375" y="2164"/>
                  </a:cubicBezTo>
                  <a:lnTo>
                    <a:pt x="4375" y="2700"/>
                  </a:lnTo>
                  <a:lnTo>
                    <a:pt x="2460" y="2700"/>
                  </a:lnTo>
                  <a:lnTo>
                    <a:pt x="2460" y="4375"/>
                  </a:lnTo>
                  <a:lnTo>
                    <a:pt x="2164" y="4375"/>
                  </a:lnTo>
                  <a:cubicBezTo>
                    <a:pt x="1916" y="4024"/>
                    <a:pt x="1556" y="3868"/>
                    <a:pt x="1201" y="3868"/>
                  </a:cubicBezTo>
                  <a:cubicBezTo>
                    <a:pt x="594" y="3868"/>
                    <a:pt x="1" y="4324"/>
                    <a:pt x="1" y="5054"/>
                  </a:cubicBezTo>
                  <a:cubicBezTo>
                    <a:pt x="1" y="5786"/>
                    <a:pt x="598" y="6247"/>
                    <a:pt x="1206" y="6247"/>
                  </a:cubicBezTo>
                  <a:cubicBezTo>
                    <a:pt x="1560" y="6247"/>
                    <a:pt x="1918" y="6091"/>
                    <a:pt x="2164" y="5743"/>
                  </a:cubicBezTo>
                  <a:lnTo>
                    <a:pt x="2460" y="5743"/>
                  </a:lnTo>
                  <a:lnTo>
                    <a:pt x="2460" y="7150"/>
                  </a:lnTo>
                  <a:cubicBezTo>
                    <a:pt x="2499" y="7437"/>
                    <a:pt x="2728" y="7648"/>
                    <a:pt x="3016" y="7667"/>
                  </a:cubicBezTo>
                  <a:lnTo>
                    <a:pt x="7648" y="7667"/>
                  </a:lnTo>
                  <a:lnTo>
                    <a:pt x="7648" y="5418"/>
                  </a:lnTo>
                  <a:lnTo>
                    <a:pt x="6863" y="5418"/>
                  </a:lnTo>
                  <a:lnTo>
                    <a:pt x="6748" y="5580"/>
                  </a:lnTo>
                  <a:cubicBezTo>
                    <a:pt x="6571" y="5814"/>
                    <a:pt x="6311" y="5926"/>
                    <a:pt x="6054" y="5926"/>
                  </a:cubicBezTo>
                  <a:cubicBezTo>
                    <a:pt x="5741" y="5926"/>
                    <a:pt x="5431" y="5761"/>
                    <a:pt x="5274" y="5446"/>
                  </a:cubicBezTo>
                  <a:cubicBezTo>
                    <a:pt x="4987" y="4863"/>
                    <a:pt x="5408" y="4193"/>
                    <a:pt x="6049" y="4193"/>
                  </a:cubicBezTo>
                  <a:lnTo>
                    <a:pt x="6068" y="4193"/>
                  </a:lnTo>
                  <a:cubicBezTo>
                    <a:pt x="6336" y="4193"/>
                    <a:pt x="6595" y="4317"/>
                    <a:pt x="6758" y="4537"/>
                  </a:cubicBezTo>
                  <a:lnTo>
                    <a:pt x="6872" y="4690"/>
                  </a:lnTo>
                  <a:lnTo>
                    <a:pt x="7657" y="4690"/>
                  </a:lnTo>
                  <a:lnTo>
                    <a:pt x="7657" y="2700"/>
                  </a:lnTo>
                  <a:lnTo>
                    <a:pt x="5743" y="2700"/>
                  </a:lnTo>
                  <a:lnTo>
                    <a:pt x="5743" y="2164"/>
                  </a:lnTo>
                  <a:cubicBezTo>
                    <a:pt x="6691" y="1494"/>
                    <a:pt x="6222" y="1"/>
                    <a:pt x="50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4">
              <a:extLst>
                <a:ext uri="{FF2B5EF4-FFF2-40B4-BE49-F238E27FC236}">
                  <a16:creationId xmlns:a16="http://schemas.microsoft.com/office/drawing/2014/main" id="{7BBD27F5-14E3-0A4E-5F74-29B1D6F694A0}"/>
                </a:ext>
              </a:extLst>
            </p:cNvPr>
            <p:cNvSpPr/>
            <p:nvPr/>
          </p:nvSpPr>
          <p:spPr>
            <a:xfrm>
              <a:off x="7296673" y="3826858"/>
              <a:ext cx="203856" cy="196556"/>
            </a:xfrm>
            <a:custGeom>
              <a:avLst/>
              <a:gdLst/>
              <a:ahLst/>
              <a:cxnLst/>
              <a:rect l="l" t="t" r="r" b="b"/>
              <a:pathLst>
                <a:path w="7763" h="7485" extrusionOk="0">
                  <a:moveTo>
                    <a:pt x="1" y="1"/>
                  </a:moveTo>
                  <a:lnTo>
                    <a:pt x="1" y="2068"/>
                  </a:lnTo>
                  <a:lnTo>
                    <a:pt x="661" y="2068"/>
                  </a:lnTo>
                  <a:lnTo>
                    <a:pt x="757" y="1944"/>
                  </a:lnTo>
                  <a:cubicBezTo>
                    <a:pt x="954" y="1680"/>
                    <a:pt x="1232" y="1563"/>
                    <a:pt x="1506" y="1563"/>
                  </a:cubicBezTo>
                  <a:cubicBezTo>
                    <a:pt x="1989" y="1563"/>
                    <a:pt x="2460" y="1928"/>
                    <a:pt x="2460" y="2508"/>
                  </a:cubicBezTo>
                  <a:cubicBezTo>
                    <a:pt x="2460" y="3091"/>
                    <a:pt x="1986" y="3461"/>
                    <a:pt x="1501" y="3461"/>
                  </a:cubicBezTo>
                  <a:cubicBezTo>
                    <a:pt x="1228" y="3461"/>
                    <a:pt x="953" y="3344"/>
                    <a:pt x="757" y="3083"/>
                  </a:cubicBezTo>
                  <a:lnTo>
                    <a:pt x="661" y="2958"/>
                  </a:lnTo>
                  <a:lnTo>
                    <a:pt x="1" y="2958"/>
                  </a:lnTo>
                  <a:lnTo>
                    <a:pt x="1" y="5016"/>
                  </a:lnTo>
                  <a:lnTo>
                    <a:pt x="1915" y="5016"/>
                  </a:lnTo>
                  <a:lnTo>
                    <a:pt x="1915" y="5446"/>
                  </a:lnTo>
                  <a:cubicBezTo>
                    <a:pt x="987" y="6049"/>
                    <a:pt x="1417" y="7485"/>
                    <a:pt x="2518" y="7485"/>
                  </a:cubicBezTo>
                  <a:cubicBezTo>
                    <a:pt x="3618" y="7485"/>
                    <a:pt x="4049" y="6049"/>
                    <a:pt x="3121" y="5446"/>
                  </a:cubicBezTo>
                  <a:lnTo>
                    <a:pt x="3121" y="5016"/>
                  </a:lnTo>
                  <a:lnTo>
                    <a:pt x="5035" y="5016"/>
                  </a:lnTo>
                  <a:lnTo>
                    <a:pt x="5035" y="3111"/>
                  </a:lnTo>
                  <a:lnTo>
                    <a:pt x="5456" y="3111"/>
                  </a:lnTo>
                  <a:cubicBezTo>
                    <a:pt x="5676" y="3450"/>
                    <a:pt x="6029" y="3616"/>
                    <a:pt x="6382" y="3616"/>
                  </a:cubicBezTo>
                  <a:cubicBezTo>
                    <a:pt x="6767" y="3616"/>
                    <a:pt x="7151" y="3419"/>
                    <a:pt x="7360" y="3035"/>
                  </a:cubicBezTo>
                  <a:cubicBezTo>
                    <a:pt x="7762" y="2298"/>
                    <a:pt x="7226" y="1398"/>
                    <a:pt x="6384" y="1398"/>
                  </a:cubicBezTo>
                  <a:lnTo>
                    <a:pt x="6375" y="1398"/>
                  </a:lnTo>
                  <a:cubicBezTo>
                    <a:pt x="6001" y="1398"/>
                    <a:pt x="5657" y="1590"/>
                    <a:pt x="5446" y="1905"/>
                  </a:cubicBezTo>
                  <a:lnTo>
                    <a:pt x="5025" y="1905"/>
                  </a:lnTo>
                  <a:lnTo>
                    <a:pt x="5025" y="709"/>
                  </a:lnTo>
                  <a:cubicBezTo>
                    <a:pt x="5025" y="154"/>
                    <a:pt x="4690" y="20"/>
                    <a:pt x="44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4">
              <a:extLst>
                <a:ext uri="{FF2B5EF4-FFF2-40B4-BE49-F238E27FC236}">
                  <a16:creationId xmlns:a16="http://schemas.microsoft.com/office/drawing/2014/main" id="{C007DD92-EFF0-EB5B-5EB4-8E0DF31366E9}"/>
                </a:ext>
              </a:extLst>
            </p:cNvPr>
            <p:cNvSpPr/>
            <p:nvPr/>
          </p:nvSpPr>
          <p:spPr>
            <a:xfrm>
              <a:off x="7234096" y="3958552"/>
              <a:ext cx="194560" cy="195558"/>
            </a:xfrm>
            <a:custGeom>
              <a:avLst/>
              <a:gdLst/>
              <a:ahLst/>
              <a:cxnLst/>
              <a:rect l="l" t="t" r="r" b="b"/>
              <a:pathLst>
                <a:path w="7409" h="7447" extrusionOk="0">
                  <a:moveTo>
                    <a:pt x="2451" y="1"/>
                  </a:moveTo>
                  <a:lnTo>
                    <a:pt x="2451" y="1896"/>
                  </a:lnTo>
                  <a:lnTo>
                    <a:pt x="2020" y="1896"/>
                  </a:lnTo>
                  <a:cubicBezTo>
                    <a:pt x="1819" y="1589"/>
                    <a:pt x="1465" y="1398"/>
                    <a:pt x="1092" y="1398"/>
                  </a:cubicBezTo>
                  <a:cubicBezTo>
                    <a:pt x="489" y="1398"/>
                    <a:pt x="1" y="1886"/>
                    <a:pt x="1" y="2499"/>
                  </a:cubicBezTo>
                  <a:cubicBezTo>
                    <a:pt x="1" y="3102"/>
                    <a:pt x="489" y="3599"/>
                    <a:pt x="1092" y="3599"/>
                  </a:cubicBezTo>
                  <a:cubicBezTo>
                    <a:pt x="1465" y="3590"/>
                    <a:pt x="1819" y="3408"/>
                    <a:pt x="2020" y="3092"/>
                  </a:cubicBezTo>
                  <a:lnTo>
                    <a:pt x="2451" y="3092"/>
                  </a:lnTo>
                  <a:lnTo>
                    <a:pt x="2451" y="4968"/>
                  </a:lnTo>
                  <a:lnTo>
                    <a:pt x="4365" y="4968"/>
                  </a:lnTo>
                  <a:lnTo>
                    <a:pt x="4365" y="5408"/>
                  </a:lnTo>
                  <a:cubicBezTo>
                    <a:pt x="3437" y="6011"/>
                    <a:pt x="3867" y="7446"/>
                    <a:pt x="4968" y="7446"/>
                  </a:cubicBezTo>
                  <a:cubicBezTo>
                    <a:pt x="6068" y="7446"/>
                    <a:pt x="6499" y="6011"/>
                    <a:pt x="5571" y="5408"/>
                  </a:cubicBezTo>
                  <a:lnTo>
                    <a:pt x="5561" y="5408"/>
                  </a:lnTo>
                  <a:lnTo>
                    <a:pt x="5561" y="4968"/>
                  </a:lnTo>
                  <a:lnTo>
                    <a:pt x="6853" y="4968"/>
                  </a:lnTo>
                  <a:cubicBezTo>
                    <a:pt x="7073" y="4939"/>
                    <a:pt x="7399" y="4805"/>
                    <a:pt x="7408" y="4279"/>
                  </a:cubicBezTo>
                  <a:lnTo>
                    <a:pt x="7408" y="1"/>
                  </a:lnTo>
                  <a:lnTo>
                    <a:pt x="5408" y="1"/>
                  </a:lnTo>
                  <a:lnTo>
                    <a:pt x="5408" y="661"/>
                  </a:lnTo>
                  <a:lnTo>
                    <a:pt x="5533" y="757"/>
                  </a:lnTo>
                  <a:cubicBezTo>
                    <a:pt x="6260" y="1302"/>
                    <a:pt x="5867" y="2460"/>
                    <a:pt x="4958" y="2460"/>
                  </a:cubicBezTo>
                  <a:cubicBezTo>
                    <a:pt x="4049" y="2460"/>
                    <a:pt x="3666" y="1302"/>
                    <a:pt x="4394" y="757"/>
                  </a:cubicBezTo>
                  <a:lnTo>
                    <a:pt x="4518" y="661"/>
                  </a:lnTo>
                  <a:lnTo>
                    <a:pt x="4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4">
              <a:extLst>
                <a:ext uri="{FF2B5EF4-FFF2-40B4-BE49-F238E27FC236}">
                  <a16:creationId xmlns:a16="http://schemas.microsoft.com/office/drawing/2014/main" id="{A548E4C4-DEC3-18BE-DCD3-2FF1782629B5}"/>
                </a:ext>
              </a:extLst>
            </p:cNvPr>
            <p:cNvSpPr/>
            <p:nvPr/>
          </p:nvSpPr>
          <p:spPr>
            <a:xfrm>
              <a:off x="7166240" y="3762022"/>
              <a:ext cx="203594" cy="196320"/>
            </a:xfrm>
            <a:custGeom>
              <a:avLst/>
              <a:gdLst/>
              <a:ahLst/>
              <a:cxnLst/>
              <a:rect l="l" t="t" r="r" b="b"/>
              <a:pathLst>
                <a:path w="7753" h="7476" extrusionOk="0">
                  <a:moveTo>
                    <a:pt x="6375" y="3867"/>
                  </a:moveTo>
                  <a:cubicBezTo>
                    <a:pt x="6376" y="3867"/>
                    <a:pt x="6378" y="3867"/>
                    <a:pt x="6380" y="3867"/>
                  </a:cubicBezTo>
                  <a:lnTo>
                    <a:pt x="6380" y="3867"/>
                  </a:lnTo>
                  <a:cubicBezTo>
                    <a:pt x="6381" y="3867"/>
                    <a:pt x="6383" y="3867"/>
                    <a:pt x="6384" y="3867"/>
                  </a:cubicBezTo>
                  <a:close/>
                  <a:moveTo>
                    <a:pt x="2518" y="1"/>
                  </a:moveTo>
                  <a:cubicBezTo>
                    <a:pt x="1408" y="1"/>
                    <a:pt x="987" y="1436"/>
                    <a:pt x="1905" y="2039"/>
                  </a:cubicBezTo>
                  <a:lnTo>
                    <a:pt x="1905" y="2460"/>
                  </a:lnTo>
                  <a:lnTo>
                    <a:pt x="556" y="2460"/>
                  </a:lnTo>
                  <a:cubicBezTo>
                    <a:pt x="345" y="2480"/>
                    <a:pt x="39" y="2604"/>
                    <a:pt x="1" y="3054"/>
                  </a:cubicBezTo>
                  <a:lnTo>
                    <a:pt x="1" y="7475"/>
                  </a:lnTo>
                  <a:lnTo>
                    <a:pt x="2068" y="7475"/>
                  </a:lnTo>
                  <a:lnTo>
                    <a:pt x="2068" y="6824"/>
                  </a:lnTo>
                  <a:lnTo>
                    <a:pt x="1944" y="6729"/>
                  </a:lnTo>
                  <a:cubicBezTo>
                    <a:pt x="1216" y="6174"/>
                    <a:pt x="1599" y="5016"/>
                    <a:pt x="2508" y="5016"/>
                  </a:cubicBezTo>
                  <a:cubicBezTo>
                    <a:pt x="3418" y="5016"/>
                    <a:pt x="3810" y="6174"/>
                    <a:pt x="3083" y="6729"/>
                  </a:cubicBezTo>
                  <a:lnTo>
                    <a:pt x="2958" y="6824"/>
                  </a:lnTo>
                  <a:lnTo>
                    <a:pt x="2958" y="7475"/>
                  </a:lnTo>
                  <a:lnTo>
                    <a:pt x="5025" y="7475"/>
                  </a:lnTo>
                  <a:lnTo>
                    <a:pt x="5025" y="5580"/>
                  </a:lnTo>
                  <a:lnTo>
                    <a:pt x="5446" y="5580"/>
                  </a:lnTo>
                  <a:cubicBezTo>
                    <a:pt x="5666" y="5919"/>
                    <a:pt x="6020" y="6085"/>
                    <a:pt x="6373" y="6085"/>
                  </a:cubicBezTo>
                  <a:cubicBezTo>
                    <a:pt x="6757" y="6085"/>
                    <a:pt x="7141" y="5888"/>
                    <a:pt x="7351" y="5504"/>
                  </a:cubicBezTo>
                  <a:cubicBezTo>
                    <a:pt x="7752" y="4768"/>
                    <a:pt x="7219" y="3871"/>
                    <a:pt x="6380" y="3867"/>
                  </a:cubicBezTo>
                  <a:lnTo>
                    <a:pt x="6380" y="3867"/>
                  </a:lnTo>
                  <a:cubicBezTo>
                    <a:pt x="6008" y="3869"/>
                    <a:pt x="5656" y="4060"/>
                    <a:pt x="5456" y="4374"/>
                  </a:cubicBezTo>
                  <a:lnTo>
                    <a:pt x="5035" y="4374"/>
                  </a:lnTo>
                  <a:lnTo>
                    <a:pt x="5035" y="2460"/>
                  </a:lnTo>
                  <a:lnTo>
                    <a:pt x="3121" y="2460"/>
                  </a:lnTo>
                  <a:lnTo>
                    <a:pt x="3121" y="2039"/>
                  </a:lnTo>
                  <a:cubicBezTo>
                    <a:pt x="4040" y="1436"/>
                    <a:pt x="3618" y="1"/>
                    <a:pt x="251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4">
              <a:extLst>
                <a:ext uri="{FF2B5EF4-FFF2-40B4-BE49-F238E27FC236}">
                  <a16:creationId xmlns:a16="http://schemas.microsoft.com/office/drawing/2014/main" id="{3D291621-848B-190D-D718-09EC3127ED34}"/>
                </a:ext>
              </a:extLst>
            </p:cNvPr>
            <p:cNvSpPr/>
            <p:nvPr/>
          </p:nvSpPr>
          <p:spPr>
            <a:xfrm>
              <a:off x="7166240" y="3762022"/>
              <a:ext cx="203594" cy="196320"/>
            </a:xfrm>
            <a:custGeom>
              <a:avLst/>
              <a:gdLst/>
              <a:ahLst/>
              <a:cxnLst/>
              <a:rect l="l" t="t" r="r" b="b"/>
              <a:pathLst>
                <a:path w="7753" h="7476" extrusionOk="0">
                  <a:moveTo>
                    <a:pt x="6375" y="3867"/>
                  </a:moveTo>
                  <a:cubicBezTo>
                    <a:pt x="6376" y="3867"/>
                    <a:pt x="6378" y="3867"/>
                    <a:pt x="6380" y="3867"/>
                  </a:cubicBezTo>
                  <a:lnTo>
                    <a:pt x="6380" y="3867"/>
                  </a:lnTo>
                  <a:cubicBezTo>
                    <a:pt x="6381" y="3867"/>
                    <a:pt x="6383" y="3867"/>
                    <a:pt x="6384" y="3867"/>
                  </a:cubicBezTo>
                  <a:close/>
                  <a:moveTo>
                    <a:pt x="2518" y="1"/>
                  </a:moveTo>
                  <a:cubicBezTo>
                    <a:pt x="1408" y="1"/>
                    <a:pt x="987" y="1436"/>
                    <a:pt x="1905" y="2039"/>
                  </a:cubicBezTo>
                  <a:lnTo>
                    <a:pt x="1905" y="2460"/>
                  </a:lnTo>
                  <a:lnTo>
                    <a:pt x="556" y="2460"/>
                  </a:lnTo>
                  <a:cubicBezTo>
                    <a:pt x="345" y="2480"/>
                    <a:pt x="39" y="2604"/>
                    <a:pt x="1" y="3054"/>
                  </a:cubicBezTo>
                  <a:lnTo>
                    <a:pt x="1" y="7475"/>
                  </a:lnTo>
                  <a:lnTo>
                    <a:pt x="2068" y="7475"/>
                  </a:lnTo>
                  <a:lnTo>
                    <a:pt x="2068" y="6824"/>
                  </a:lnTo>
                  <a:lnTo>
                    <a:pt x="1944" y="6729"/>
                  </a:lnTo>
                  <a:cubicBezTo>
                    <a:pt x="1216" y="6174"/>
                    <a:pt x="1599" y="5016"/>
                    <a:pt x="2508" y="5016"/>
                  </a:cubicBezTo>
                  <a:cubicBezTo>
                    <a:pt x="3418" y="5016"/>
                    <a:pt x="3810" y="6174"/>
                    <a:pt x="3083" y="6729"/>
                  </a:cubicBezTo>
                  <a:lnTo>
                    <a:pt x="2958" y="6824"/>
                  </a:lnTo>
                  <a:lnTo>
                    <a:pt x="2958" y="7475"/>
                  </a:lnTo>
                  <a:lnTo>
                    <a:pt x="5025" y="7475"/>
                  </a:lnTo>
                  <a:lnTo>
                    <a:pt x="5025" y="5580"/>
                  </a:lnTo>
                  <a:lnTo>
                    <a:pt x="5446" y="5580"/>
                  </a:lnTo>
                  <a:cubicBezTo>
                    <a:pt x="5666" y="5919"/>
                    <a:pt x="6020" y="6085"/>
                    <a:pt x="6373" y="6085"/>
                  </a:cubicBezTo>
                  <a:cubicBezTo>
                    <a:pt x="6757" y="6085"/>
                    <a:pt x="7141" y="5888"/>
                    <a:pt x="7351" y="5504"/>
                  </a:cubicBezTo>
                  <a:cubicBezTo>
                    <a:pt x="7752" y="4768"/>
                    <a:pt x="7219" y="3871"/>
                    <a:pt x="6380" y="3867"/>
                  </a:cubicBezTo>
                  <a:lnTo>
                    <a:pt x="6380" y="3867"/>
                  </a:lnTo>
                  <a:cubicBezTo>
                    <a:pt x="6008" y="3869"/>
                    <a:pt x="5656" y="4060"/>
                    <a:pt x="5456" y="4374"/>
                  </a:cubicBezTo>
                  <a:lnTo>
                    <a:pt x="5035" y="4374"/>
                  </a:lnTo>
                  <a:lnTo>
                    <a:pt x="5035" y="2460"/>
                  </a:lnTo>
                  <a:lnTo>
                    <a:pt x="3121" y="2460"/>
                  </a:lnTo>
                  <a:lnTo>
                    <a:pt x="3121" y="2039"/>
                  </a:lnTo>
                  <a:cubicBezTo>
                    <a:pt x="4040" y="1436"/>
                    <a:pt x="3618" y="1"/>
                    <a:pt x="2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DF6DF89-B887-0165-0710-1FF896C4D408}"/>
              </a:ext>
            </a:extLst>
          </p:cNvPr>
          <p:cNvSpPr txBox="1"/>
          <p:nvPr/>
        </p:nvSpPr>
        <p:spPr>
          <a:xfrm>
            <a:off x="512255" y="4722494"/>
            <a:ext cx="3432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Valerie Lim (2403089)</a:t>
            </a:r>
          </a:p>
        </p:txBody>
      </p:sp>
    </p:spTree>
    <p:extLst>
      <p:ext uri="{BB962C8B-B14F-4D97-AF65-F5344CB8AC3E}">
        <p14:creationId xmlns:p14="http://schemas.microsoft.com/office/powerpoint/2010/main" val="1617825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>
          <a:extLst>
            <a:ext uri="{FF2B5EF4-FFF2-40B4-BE49-F238E27FC236}">
              <a16:creationId xmlns:a16="http://schemas.microsoft.com/office/drawing/2014/main" id="{DCC070E5-23EE-9204-DDB8-9697D7E14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2">
            <a:extLst>
              <a:ext uri="{FF2B5EF4-FFF2-40B4-BE49-F238E27FC236}">
                <a16:creationId xmlns:a16="http://schemas.microsoft.com/office/drawing/2014/main" id="{ACCCB238-93B8-B075-AD65-ED5BC73E4B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6993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SG"/>
              <a:t>NoSQL DEMO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F1F0D37-7642-1F73-59BE-2DEB099A53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452" r="148" b="505"/>
          <a:stretch>
            <a:fillRect/>
          </a:stretch>
        </p:blipFill>
        <p:spPr>
          <a:xfrm>
            <a:off x="43921" y="1053025"/>
            <a:ext cx="4052303" cy="30374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AAA212-3257-B8A9-7554-BC9353039C82}"/>
              </a:ext>
            </a:extLst>
          </p:cNvPr>
          <p:cNvSpPr txBox="1"/>
          <p:nvPr/>
        </p:nvSpPr>
        <p:spPr>
          <a:xfrm>
            <a:off x="4348033" y="1019432"/>
            <a:ext cx="4572000" cy="24622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u="sng" err="1">
                <a:latin typeface="Barlow"/>
              </a:rPr>
              <a:t>Firestore</a:t>
            </a:r>
            <a:r>
              <a:rPr lang="en-US" b="1" u="sng">
                <a:latin typeface="Barlow"/>
              </a:rPr>
              <a:t>:</a:t>
            </a:r>
            <a:endParaRPr lang="en-US" sz="1400">
              <a:latin typeface="Barlow"/>
              <a:ea typeface="Arial"/>
              <a:cs typeface="Arial"/>
            </a:endParaRPr>
          </a:p>
          <a:p>
            <a:pPr marL="457200" indent="-317500">
              <a:buFont typeface="Barlow,Sans-Serif"/>
              <a:buChar char="●"/>
            </a:pPr>
            <a:r>
              <a:rPr lang="en-US">
                <a:latin typeface="Barlow"/>
              </a:rPr>
              <a:t>Stores documents with a flexible schema structure</a:t>
            </a:r>
            <a:r>
              <a:rPr lang="en-US" sz="1400">
                <a:latin typeface="Barlow"/>
                <a:ea typeface="Arial"/>
                <a:cs typeface="Arial"/>
              </a:rPr>
              <a:t>​</a:t>
            </a:r>
          </a:p>
          <a:p>
            <a:pPr marL="457200" indent="-317500">
              <a:buFont typeface="Barlow,Sans-Serif"/>
              <a:buChar char="●"/>
            </a:pPr>
            <a:r>
              <a:rPr lang="en-US">
                <a:latin typeface="Barlow"/>
              </a:rPr>
              <a:t>Each itinerary document has a timestamp of when it is created and days array</a:t>
            </a:r>
          </a:p>
          <a:p>
            <a:pPr marL="457200" indent="-317500">
              <a:buFont typeface="Barlow,Sans-Serif"/>
              <a:buChar char="●"/>
            </a:pPr>
            <a:r>
              <a:rPr lang="en-US">
                <a:latin typeface="Barlow"/>
              </a:rPr>
              <a:t>In the days array there is an activities array with different attributes</a:t>
            </a:r>
            <a:r>
              <a:rPr lang="en-US" sz="1400">
                <a:latin typeface="Barlow"/>
                <a:ea typeface="Arial"/>
                <a:cs typeface="Arial"/>
              </a:rPr>
              <a:t>​</a:t>
            </a:r>
          </a:p>
          <a:p>
            <a:pPr marL="457200" indent="-317500">
              <a:buFont typeface="Barlow,Sans-Serif"/>
              <a:buChar char="●"/>
            </a:pPr>
            <a:r>
              <a:rPr lang="en-US">
                <a:latin typeface="Barlow"/>
              </a:rPr>
              <a:t>Not all the itineraries need the same fields, showing a dynamic model</a:t>
            </a:r>
            <a:endParaRPr lang="en-US" sz="1400">
              <a:latin typeface="Barlow"/>
              <a:ea typeface="Arial"/>
              <a:cs typeface="Arial"/>
            </a:endParaRPr>
          </a:p>
          <a:p>
            <a:pPr marL="457200" indent="-317500">
              <a:buFont typeface="Barlow,Sans-Serif"/>
              <a:buChar char="●"/>
            </a:pPr>
            <a:r>
              <a:rPr lang="en-US">
                <a:latin typeface="Barlow"/>
              </a:rPr>
              <a:t>Nested NoSQL documents</a:t>
            </a:r>
          </a:p>
          <a:p>
            <a:pPr marL="457200" indent="-317500">
              <a:buFont typeface="Barlow,Sans-Serif"/>
              <a:buChar char="●"/>
            </a:pPr>
            <a:r>
              <a:rPr lang="en-US"/>
              <a:t>Such things would be difficult to store in SQL without using multiple JOIN tables</a:t>
            </a:r>
          </a:p>
        </p:txBody>
      </p:sp>
      <p:sp>
        <p:nvSpPr>
          <p:cNvPr id="5" name="Arrow: Left 4">
            <a:extLst>
              <a:ext uri="{FF2B5EF4-FFF2-40B4-BE49-F238E27FC236}">
                <a16:creationId xmlns:a16="http://schemas.microsoft.com/office/drawing/2014/main" id="{AE2A4556-DF37-7C1E-F69C-BD7138963427}"/>
              </a:ext>
            </a:extLst>
          </p:cNvPr>
          <p:cNvSpPr/>
          <p:nvPr/>
        </p:nvSpPr>
        <p:spPr>
          <a:xfrm rot="19560000">
            <a:off x="4013822" y="1691192"/>
            <a:ext cx="575168" cy="26263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431F37-9728-0159-2B91-0AB22567A295}"/>
              </a:ext>
            </a:extLst>
          </p:cNvPr>
          <p:cNvSpPr/>
          <p:nvPr/>
        </p:nvSpPr>
        <p:spPr>
          <a:xfrm>
            <a:off x="2473036" y="2527502"/>
            <a:ext cx="1371600" cy="1400262"/>
          </a:xfrm>
          <a:prstGeom prst="rect">
            <a:avLst/>
          </a:prstGeom>
          <a:noFill/>
          <a:ln w="508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80EAEC64-C79F-69B3-AE67-CFEA96E7F653}"/>
              </a:ext>
            </a:extLst>
          </p:cNvPr>
          <p:cNvSpPr/>
          <p:nvPr/>
        </p:nvSpPr>
        <p:spPr>
          <a:xfrm rot="19505709">
            <a:off x="3809070" y="2242629"/>
            <a:ext cx="825894" cy="22785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AD1F49-9C38-A934-FF53-0C0512952D1B}"/>
              </a:ext>
            </a:extLst>
          </p:cNvPr>
          <p:cNvSpPr/>
          <p:nvPr/>
        </p:nvSpPr>
        <p:spPr>
          <a:xfrm>
            <a:off x="2364618" y="1973607"/>
            <a:ext cx="1632417" cy="391184"/>
          </a:xfrm>
          <a:prstGeom prst="rect">
            <a:avLst/>
          </a:prstGeom>
          <a:noFill/>
          <a:ln w="508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7DD6D7-0011-B35D-3DF7-9DF5888E0C13}"/>
              </a:ext>
            </a:extLst>
          </p:cNvPr>
          <p:cNvSpPr txBox="1"/>
          <p:nvPr/>
        </p:nvSpPr>
        <p:spPr>
          <a:xfrm>
            <a:off x="43921" y="4719676"/>
            <a:ext cx="3432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Daryl Wong (2401117)</a:t>
            </a:r>
          </a:p>
        </p:txBody>
      </p:sp>
    </p:spTree>
    <p:extLst>
      <p:ext uri="{BB962C8B-B14F-4D97-AF65-F5344CB8AC3E}">
        <p14:creationId xmlns:p14="http://schemas.microsoft.com/office/powerpoint/2010/main" val="3795907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6">
          <a:extLst>
            <a:ext uri="{FF2B5EF4-FFF2-40B4-BE49-F238E27FC236}">
              <a16:creationId xmlns:a16="http://schemas.microsoft.com/office/drawing/2014/main" id="{4FFAD67A-2996-7BEF-891C-0DB813419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3">
            <a:extLst>
              <a:ext uri="{FF2B5EF4-FFF2-40B4-BE49-F238E27FC236}">
                <a16:creationId xmlns:a16="http://schemas.microsoft.com/office/drawing/2014/main" id="{6C6809E9-BD7F-86BC-8031-375783C8CD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9661" y="5341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SG" sz="2800"/>
              <a:t>AI &amp; Itinerary Demo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281F0B-816B-7639-D500-B3E09B3ED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661" y="585848"/>
            <a:ext cx="3994754" cy="7741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254AF4-E0E2-A502-572B-E38B545D60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661" y="2010589"/>
            <a:ext cx="3994754" cy="2693531"/>
          </a:xfrm>
          <a:prstGeom prst="rect">
            <a:avLst/>
          </a:prstGeom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65816DE9-7DE0-FFDA-A072-44874B2A78DD}"/>
              </a:ext>
            </a:extLst>
          </p:cNvPr>
          <p:cNvSpPr/>
          <p:nvPr/>
        </p:nvSpPr>
        <p:spPr>
          <a:xfrm>
            <a:off x="1907981" y="1542358"/>
            <a:ext cx="618114" cy="4291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4D57C3-52FA-6019-7EBD-D8286EE9C1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7323" y="158956"/>
            <a:ext cx="2804974" cy="2242579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7462C0D9-A867-71AC-C021-516268928E29}"/>
              </a:ext>
            </a:extLst>
          </p:cNvPr>
          <p:cNvSpPr/>
          <p:nvPr/>
        </p:nvSpPr>
        <p:spPr>
          <a:xfrm>
            <a:off x="6830249" y="2447276"/>
            <a:ext cx="459121" cy="44522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C6156B-1403-610B-AD4B-F17F368848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7323" y="2892502"/>
            <a:ext cx="2804974" cy="212642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18CE007-8860-D46E-9219-44D235DC3432}"/>
              </a:ext>
            </a:extLst>
          </p:cNvPr>
          <p:cNvSpPr txBox="1"/>
          <p:nvPr/>
        </p:nvSpPr>
        <p:spPr>
          <a:xfrm>
            <a:off x="177135" y="4825734"/>
            <a:ext cx="3432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Daryl Wong (2401117)</a:t>
            </a:r>
          </a:p>
        </p:txBody>
      </p:sp>
    </p:spTree>
    <p:extLst>
      <p:ext uri="{BB962C8B-B14F-4D97-AF65-F5344CB8AC3E}">
        <p14:creationId xmlns:p14="http://schemas.microsoft.com/office/powerpoint/2010/main" val="2100808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6">
          <a:extLst>
            <a:ext uri="{FF2B5EF4-FFF2-40B4-BE49-F238E27FC236}">
              <a16:creationId xmlns:a16="http://schemas.microsoft.com/office/drawing/2014/main" id="{6E70BF7F-AD7C-BBF6-5A54-8C76D7E01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3">
            <a:extLst>
              <a:ext uri="{FF2B5EF4-FFF2-40B4-BE49-F238E27FC236}">
                <a16:creationId xmlns:a16="http://schemas.microsoft.com/office/drawing/2014/main" id="{2FECDC08-2B6A-6E00-0E85-31F4FFB862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SG"/>
              <a:t>Review Demo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36C2E9-8A84-DABD-7E44-1B757E545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94" y="1296673"/>
            <a:ext cx="3541855" cy="34018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980576-F378-6B33-60B0-4A0DD6AD9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6628" y="2067925"/>
            <a:ext cx="4874710" cy="1527438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42746FF7-7FC4-4566-6580-80BF7F62FB2A}"/>
              </a:ext>
            </a:extLst>
          </p:cNvPr>
          <p:cNvSpPr/>
          <p:nvPr/>
        </p:nvSpPr>
        <p:spPr>
          <a:xfrm>
            <a:off x="3760434" y="2687815"/>
            <a:ext cx="390109" cy="287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235E7C-3CD9-6F25-D5D9-EF091E1AA962}"/>
              </a:ext>
            </a:extLst>
          </p:cNvPr>
          <p:cNvSpPr txBox="1"/>
          <p:nvPr/>
        </p:nvSpPr>
        <p:spPr>
          <a:xfrm>
            <a:off x="86409" y="4620280"/>
            <a:ext cx="34325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Ryan Ang</a:t>
            </a:r>
          </a:p>
          <a:p>
            <a:r>
              <a:rPr lang="en-SG"/>
              <a:t>2400522</a:t>
            </a:r>
          </a:p>
        </p:txBody>
      </p:sp>
    </p:spTree>
    <p:extLst>
      <p:ext uri="{BB962C8B-B14F-4D97-AF65-F5344CB8AC3E}">
        <p14:creationId xmlns:p14="http://schemas.microsoft.com/office/powerpoint/2010/main" val="2106821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6">
          <a:extLst>
            <a:ext uri="{FF2B5EF4-FFF2-40B4-BE49-F238E27FC236}">
              <a16:creationId xmlns:a16="http://schemas.microsoft.com/office/drawing/2014/main" id="{7173A7E9-8A73-7547-1A6E-CD20E2CAF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3">
            <a:extLst>
              <a:ext uri="{FF2B5EF4-FFF2-40B4-BE49-F238E27FC236}">
                <a16:creationId xmlns:a16="http://schemas.microsoft.com/office/drawing/2014/main" id="{1BA15386-5AE9-F34C-50FA-10D4C9A571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4604" y="-5690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SG"/>
              <a:t>SQL vs NoSQL Comparison</a:t>
            </a:r>
          </a:p>
        </p:txBody>
      </p:sp>
      <p:graphicFrame>
        <p:nvGraphicFramePr>
          <p:cNvPr id="18" name="Google Shape;984;p41">
            <a:extLst>
              <a:ext uri="{FF2B5EF4-FFF2-40B4-BE49-F238E27FC236}">
                <a16:creationId xmlns:a16="http://schemas.microsoft.com/office/drawing/2014/main" id="{933DCEDE-6B9A-1AB9-1E51-59FC735E1E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2916608"/>
              </p:ext>
            </p:extLst>
          </p:nvPr>
        </p:nvGraphicFramePr>
        <p:xfrm>
          <a:off x="1635374" y="515799"/>
          <a:ext cx="6131762" cy="4583494"/>
        </p:xfrm>
        <a:graphic>
          <a:graphicData uri="http://schemas.openxmlformats.org/drawingml/2006/table">
            <a:tbl>
              <a:tblPr>
                <a:noFill/>
                <a:tableStyleId>{5A5000AE-39BA-4041-A6BF-082A584A5DD2}</a:tableStyleId>
              </a:tblPr>
              <a:tblGrid>
                <a:gridCol w="30658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5881">
                  <a:extLst>
                    <a:ext uri="{9D8B030D-6E8A-4147-A177-3AD203B41FA5}">
                      <a16:colId xmlns:a16="http://schemas.microsoft.com/office/drawing/2014/main" val="958654416"/>
                    </a:ext>
                  </a:extLst>
                </a:gridCol>
              </a:tblGrid>
              <a:tr h="40773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/>
                        <a:t>SQL</a:t>
                      </a: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/>
                        <a:t>NoSQL</a:t>
                      </a: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991">
                <a:tc>
                  <a:txBody>
                    <a:bodyPr/>
                    <a:lstStyle/>
                    <a:p>
                      <a:r>
                        <a:rPr lang="en-US"/>
                        <a:t>Structured, relational tables in 3NF </a:t>
                      </a: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/>
                        <a:t>Schema-less documents with flexible fields.</a:t>
                      </a:r>
                    </a:p>
                    <a:p>
                      <a:endParaRPr lang="en-US"/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991">
                <a:tc>
                  <a:txBody>
                    <a:bodyPr/>
                    <a:lstStyle/>
                    <a:p>
                      <a:r>
                        <a:rPr lang="en-US"/>
                        <a:t>Foreign keys, UNIQUE(email), NOT NULL — strong consistency + referential integrity</a:t>
                      </a: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 enforced constraints; consistency handled at application level</a:t>
                      </a: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991">
                <a:tc>
                  <a:txBody>
                    <a:bodyPr/>
                    <a:lstStyle/>
                    <a:p>
                      <a:r>
                        <a:rPr lang="en-SG"/>
                        <a:t>Supports JOINs, aggregates, complex filters, composite indexes</a:t>
                      </a:r>
                      <a:endParaRPr lang="en-US"/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/>
                        <a:t>Simple filtered queries; no JOINs; relies on composite indexes for speed</a:t>
                      </a:r>
                      <a:endParaRPr lang="en-US"/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991">
                <a:tc>
                  <a:txBody>
                    <a:bodyPr/>
                    <a:lstStyle/>
                    <a:p>
                      <a:r>
                        <a:rPr lang="en-US"/>
                        <a:t>25–60 ms reads, 30–50 ms writes; JOIN queries slightly heavier</a:t>
                      </a: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Fast small writes (8–15 ms) and cached reads (~5–10 ms)</a:t>
                      </a: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991">
                <a:tc>
                  <a:txBody>
                    <a:bodyPr/>
                    <a:lstStyle/>
                    <a:p>
                      <a:r>
                        <a:rPr lang="en-US"/>
                        <a:t>Transactional &amp; structured data: bookings, listings, authentication</a:t>
                      </a: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High-frequency, user-generated content: reviews, logs, image metadata.</a:t>
                      </a: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413">
                <a:tc>
                  <a:txBody>
                    <a:bodyPr/>
                    <a:lstStyle/>
                    <a:p>
                      <a:r>
                        <a:rPr lang="en-SG"/>
                        <a:t>Schema changes require migrations; scaling requires stronger hardware</a:t>
                      </a:r>
                      <a:endParaRPr lang="en-US"/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Evolves without migrations; horizontal auto-scaling built-in</a:t>
                      </a: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BAB2388-3CF0-7DD5-E81D-C53A0B9E597E}"/>
              </a:ext>
            </a:extLst>
          </p:cNvPr>
          <p:cNvSpPr txBox="1"/>
          <p:nvPr/>
        </p:nvSpPr>
        <p:spPr>
          <a:xfrm>
            <a:off x="0" y="4627701"/>
            <a:ext cx="34325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Ryan Ang </a:t>
            </a:r>
          </a:p>
          <a:p>
            <a:r>
              <a:rPr lang="en-SG"/>
              <a:t>2400522</a:t>
            </a:r>
          </a:p>
        </p:txBody>
      </p:sp>
    </p:spTree>
    <p:extLst>
      <p:ext uri="{BB962C8B-B14F-4D97-AF65-F5344CB8AC3E}">
        <p14:creationId xmlns:p14="http://schemas.microsoft.com/office/powerpoint/2010/main" val="1787099355"/>
      </p:ext>
    </p:extLst>
  </p:cSld>
  <p:clrMapOvr>
    <a:masterClrMapping/>
  </p:clrMapOvr>
</p:sld>
</file>

<file path=ppt/theme/theme1.xml><?xml version="1.0" encoding="utf-8"?>
<a:theme xmlns:a="http://schemas.openxmlformats.org/drawingml/2006/main" name="Travel and Transportation Vocabulary - French - 6th Grade by Slidesgo">
  <a:themeElements>
    <a:clrScheme name="Simple Light">
      <a:dk1>
        <a:srgbClr val="000000"/>
      </a:dk1>
      <a:lt1>
        <a:srgbClr val="DEEFFA"/>
      </a:lt1>
      <a:dk2>
        <a:srgbClr val="24807B"/>
      </a:dk2>
      <a:lt2>
        <a:srgbClr val="FF6B4B"/>
      </a:lt2>
      <a:accent1>
        <a:srgbClr val="3CA9EC"/>
      </a:accent1>
      <a:accent2>
        <a:srgbClr val="F2AD2B"/>
      </a:accent2>
      <a:accent3>
        <a:srgbClr val="8C6546"/>
      </a:accent3>
      <a:accent4>
        <a:srgbClr val="B0A996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775</Words>
  <Application>Microsoft Office PowerPoint</Application>
  <PresentationFormat>On-screen Show (16:9)</PresentationFormat>
  <Paragraphs>119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Arial Unicode MS</vt:lpstr>
      <vt:lpstr>Figtree SemiBold</vt:lpstr>
      <vt:lpstr>Barlow</vt:lpstr>
      <vt:lpstr>Figtree</vt:lpstr>
      <vt:lpstr>Barlow,Sans-Serif</vt:lpstr>
      <vt:lpstr>Consolas</vt:lpstr>
      <vt:lpstr>Travel and Transportation Vocabulary - French - 6th Grade by Slidesgo</vt:lpstr>
      <vt:lpstr>TourismSG</vt:lpstr>
      <vt:lpstr>Background &amp; Project Motivation</vt:lpstr>
      <vt:lpstr>System Description</vt:lpstr>
      <vt:lpstr>System Architecture</vt:lpstr>
      <vt:lpstr>ER Diagram</vt:lpstr>
      <vt:lpstr>Relational Database</vt:lpstr>
      <vt:lpstr>SQL Demo in our webpage</vt:lpstr>
      <vt:lpstr>Advanced SQL Features</vt:lpstr>
      <vt:lpstr>Advanced SQL</vt:lpstr>
      <vt:lpstr>NoSQL </vt:lpstr>
      <vt:lpstr>NoSQL DEMO</vt:lpstr>
      <vt:lpstr>AI &amp; Itinerary Demo</vt:lpstr>
      <vt:lpstr>Review Demo</vt:lpstr>
      <vt:lpstr>SQL vs NoSQL Comparison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ryan ang</dc:creator>
  <cp:lastModifiedBy>RYAN ANG RUI HENG</cp:lastModifiedBy>
  <cp:revision>1</cp:revision>
  <dcterms:modified xsi:type="dcterms:W3CDTF">2025-11-30T12:41:51Z</dcterms:modified>
</cp:coreProperties>
</file>